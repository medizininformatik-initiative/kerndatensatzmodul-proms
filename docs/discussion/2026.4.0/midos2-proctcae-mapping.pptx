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2" r:id="rId2"/>
  </p:sldMasterIdLst>
  <p:notesMasterIdLst>
    <p:notesMasterId r:id="rId58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4254"/>
    <a:srgbClr val="FEF1F0"/>
    <a:srgbClr val="F1AEAD"/>
    <a:srgbClr val="F2BDBD"/>
    <a:srgbClr val="F5D6D6"/>
    <a:srgbClr val="F2AFAE"/>
    <a:srgbClr val="FAFBFC"/>
    <a:srgbClr val="DD8484"/>
    <a:srgbClr val="DF8483"/>
    <a:srgbClr val="053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22" autoAdjust="0"/>
    <p:restoredTop sz="94660"/>
  </p:normalViewPr>
  <p:slideViewPr>
    <p:cSldViewPr snapToGrid="0" showGuides="1">
      <p:cViewPr varScale="1">
        <p:scale>
          <a:sx n="134" d="100"/>
          <a:sy n="134" d="100"/>
        </p:scale>
        <p:origin x="284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7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openxmlformats.org/officeDocument/2006/relationships/customXml" Target="../customXml/item1.xml"/><Relationship Id="rId64" Type="http://schemas.openxmlformats.org/officeDocument/2006/relationships/customXml" Target="../customXml/item2.xml"/><Relationship Id="rId65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BD87C-6499-4423-A4E1-2DC50EBA925B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D3599-3B32-46FF-9055-A61EBB605A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98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1412F-EB91-1303-F4E1-252872C4A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740" y="3158269"/>
            <a:ext cx="10214346" cy="162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03E92B-F13A-C444-1864-AEC0E5AFE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79" y="4839174"/>
            <a:ext cx="10214346" cy="108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4A1076B-94BA-4D33-879A-5B3099A828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662" y="511774"/>
            <a:ext cx="2502000" cy="60728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B8BEBBE-3A7C-DC84-1800-5E10D13C24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31400" y="1239464"/>
            <a:ext cx="1800000" cy="574675"/>
          </a:xfrm>
        </p:spPr>
        <p:txBody>
          <a:bodyPr lIns="0" tIns="0" rIns="0" bIns="0"/>
          <a:lstStyle>
            <a:lvl1pPr algn="l">
              <a:lnSpc>
                <a:spcPct val="114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Name Nachname</a:t>
            </a:r>
          </a:p>
          <a:p>
            <a:pPr lvl="0"/>
            <a:r>
              <a:rPr lang="de-DE" dirty="0"/>
              <a:t>Ort, Datum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28655756-C672-2479-53D7-772F8F07762E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709613"/>
            <a:ext cx="12192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1027" name="Gruppieren 1026">
            <a:extLst>
              <a:ext uri="{FF2B5EF4-FFF2-40B4-BE49-F238E27FC236}">
                <a16:creationId xmlns:a16="http://schemas.microsoft.com/office/drawing/2014/main" id="{40D2BA2D-6FAA-A732-5F0C-C0E3BDB45199}"/>
              </a:ext>
            </a:extLst>
          </p:cNvPr>
          <p:cNvGrpSpPr/>
          <p:nvPr userDrawn="1"/>
        </p:nvGrpSpPr>
        <p:grpSpPr>
          <a:xfrm>
            <a:off x="0" y="709613"/>
            <a:ext cx="12192000" cy="1600200"/>
            <a:chOff x="0" y="709613"/>
            <a:chExt cx="12192000" cy="1600200"/>
          </a:xfrm>
        </p:grpSpPr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5592C400-368D-87B5-0F89-0A5B66223C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709613"/>
              <a:ext cx="12192000" cy="1600200"/>
            </a:xfrm>
            <a:custGeom>
              <a:avLst/>
              <a:gdLst>
                <a:gd name="T0" fmla="*/ 1600 w 1600"/>
                <a:gd name="T1" fmla="*/ 32 h 209"/>
                <a:gd name="T2" fmla="*/ 771 w 1600"/>
                <a:gd name="T3" fmla="*/ 32 h 209"/>
                <a:gd name="T4" fmla="*/ 699 w 1600"/>
                <a:gd name="T5" fmla="*/ 62 h 209"/>
                <a:gd name="T6" fmla="*/ 592 w 1600"/>
                <a:gd name="T7" fmla="*/ 170 h 209"/>
                <a:gd name="T8" fmla="*/ 497 w 1600"/>
                <a:gd name="T9" fmla="*/ 209 h 209"/>
                <a:gd name="T10" fmla="*/ 0 w 1600"/>
                <a:gd name="T11" fmla="*/ 209 h 209"/>
                <a:gd name="T12" fmla="*/ 0 w 1600"/>
                <a:gd name="T13" fmla="*/ 177 h 209"/>
                <a:gd name="T14" fmla="*/ 497 w 1600"/>
                <a:gd name="T15" fmla="*/ 177 h 209"/>
                <a:gd name="T16" fmla="*/ 569 w 1600"/>
                <a:gd name="T17" fmla="*/ 147 h 209"/>
                <a:gd name="T18" fmla="*/ 677 w 1600"/>
                <a:gd name="T19" fmla="*/ 39 h 209"/>
                <a:gd name="T20" fmla="*/ 771 w 1600"/>
                <a:gd name="T21" fmla="*/ 0 h 209"/>
                <a:gd name="T22" fmla="*/ 1600 w 1600"/>
                <a:gd name="T23" fmla="*/ 0 h 209"/>
                <a:gd name="T24" fmla="*/ 1600 w 1600"/>
                <a:gd name="T25" fmla="*/ 3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00" h="209">
                  <a:moveTo>
                    <a:pt x="1600" y="32"/>
                  </a:moveTo>
                  <a:cubicBezTo>
                    <a:pt x="771" y="32"/>
                    <a:pt x="771" y="32"/>
                    <a:pt x="771" y="32"/>
                  </a:cubicBezTo>
                  <a:cubicBezTo>
                    <a:pt x="750" y="32"/>
                    <a:pt x="714" y="47"/>
                    <a:pt x="699" y="62"/>
                  </a:cubicBezTo>
                  <a:cubicBezTo>
                    <a:pt x="592" y="170"/>
                    <a:pt x="592" y="170"/>
                    <a:pt x="592" y="170"/>
                  </a:cubicBezTo>
                  <a:cubicBezTo>
                    <a:pt x="568" y="192"/>
                    <a:pt x="530" y="208"/>
                    <a:pt x="497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497" y="177"/>
                    <a:pt x="497" y="177"/>
                    <a:pt x="497" y="177"/>
                  </a:cubicBezTo>
                  <a:cubicBezTo>
                    <a:pt x="519" y="177"/>
                    <a:pt x="555" y="162"/>
                    <a:pt x="569" y="147"/>
                  </a:cubicBezTo>
                  <a:cubicBezTo>
                    <a:pt x="677" y="39"/>
                    <a:pt x="677" y="39"/>
                    <a:pt x="677" y="39"/>
                  </a:cubicBezTo>
                  <a:cubicBezTo>
                    <a:pt x="700" y="17"/>
                    <a:pt x="739" y="1"/>
                    <a:pt x="771" y="0"/>
                  </a:cubicBezTo>
                  <a:cubicBezTo>
                    <a:pt x="1600" y="0"/>
                    <a:pt x="1600" y="0"/>
                    <a:pt x="1600" y="0"/>
                  </a:cubicBezTo>
                  <a:lnTo>
                    <a:pt x="1600" y="3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80000"/>
                  </a:schemeClr>
                </a:gs>
                <a:gs pos="100000">
                  <a:schemeClr val="accent2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4" name="Oval 377">
              <a:extLst>
                <a:ext uri="{FF2B5EF4-FFF2-40B4-BE49-F238E27FC236}">
                  <a16:creationId xmlns:a16="http://schemas.microsoft.com/office/drawing/2014/main" id="{F6956B20-89F8-686A-0F4B-0209B6B09C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704423" y="709613"/>
              <a:ext cx="252000" cy="2500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5" name="Oval 377">
              <a:extLst>
                <a:ext uri="{FF2B5EF4-FFF2-40B4-BE49-F238E27FC236}">
                  <a16:creationId xmlns:a16="http://schemas.microsoft.com/office/drawing/2014/main" id="{E1339091-486B-0BEA-734B-46EC3A73CDF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112125" y="709613"/>
              <a:ext cx="252000" cy="250079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6" name="Oval 377">
              <a:extLst>
                <a:ext uri="{FF2B5EF4-FFF2-40B4-BE49-F238E27FC236}">
                  <a16:creationId xmlns:a16="http://schemas.microsoft.com/office/drawing/2014/main" id="{E8331539-A9AB-9DB3-4822-EBAF9ABB53E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900899" y="2059734"/>
              <a:ext cx="252000" cy="250079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41021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nummerier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 marL="714375" indent="-714375">
              <a:buFont typeface="+mj-lt"/>
              <a:buAutoNum type="arabicPeriod"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505335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9219052 w 12169775"/>
                <a:gd name="csY14" fmla="*/ 774300 h 2349501"/>
                <a:gd name="csX15" fmla="*/ 9219052 w 12169775"/>
                <a:gd name="csY15" fmla="*/ 778271 h 2349501"/>
                <a:gd name="csX16" fmla="*/ 9628763 w 12169775"/>
                <a:gd name="csY16" fmla="*/ 778271 h 2349501"/>
                <a:gd name="csX17" fmla="*/ 10029794 w 12169775"/>
                <a:gd name="csY17" fmla="*/ 751195 h 2349501"/>
                <a:gd name="csX18" fmla="*/ 10839330 w 12169775"/>
                <a:gd name="csY18" fmla="*/ 574054 h 2349501"/>
                <a:gd name="csX19" fmla="*/ 12078070 w 12169775"/>
                <a:gd name="csY19" fmla="*/ 51847 h 2349501"/>
                <a:gd name="csX20" fmla="*/ 12169775 w 12169775"/>
                <a:gd name="csY20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0">
                  <a:srgbClr val="5A4254"/>
                </a:gs>
                <a:gs pos="100000">
                  <a:srgbClr val="914953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67500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nummerier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 marL="714375" indent="-714375">
              <a:buFont typeface="+mj-lt"/>
              <a:buAutoNum type="arabicPeriod"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AFFE620-1C51-EC68-45B2-B9CB2F7267B4}"/>
              </a:ext>
            </a:extLst>
          </p:cNvPr>
          <p:cNvGrpSpPr/>
          <p:nvPr userDrawn="1"/>
        </p:nvGrpSpPr>
        <p:grpSpPr>
          <a:xfrm>
            <a:off x="1" y="2096345"/>
            <a:ext cx="12194845" cy="4761656"/>
            <a:chOff x="1" y="2096345"/>
            <a:chExt cx="12194845" cy="4761656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2509C2DB-3776-1E9A-35ED-676B0D8083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2096345"/>
              <a:ext cx="12194845" cy="4761655"/>
            </a:xfrm>
            <a:custGeom>
              <a:avLst/>
              <a:gdLst>
                <a:gd name="csX0" fmla="*/ 12194845 w 12194845"/>
                <a:gd name="csY0" fmla="*/ 0 h 4761655"/>
                <a:gd name="csX1" fmla="*/ 12194287 w 12194845"/>
                <a:gd name="csY1" fmla="*/ 3050463 h 4761655"/>
                <a:gd name="csX2" fmla="*/ 10017031 w 12194845"/>
                <a:gd name="csY2" fmla="*/ 4124117 h 4761655"/>
                <a:gd name="csX3" fmla="*/ 8146799 w 12194845"/>
                <a:gd name="csY3" fmla="*/ 4649586 h 4761655"/>
                <a:gd name="csX4" fmla="*/ 6807365 w 12194845"/>
                <a:gd name="csY4" fmla="*/ 4761655 h 4761655"/>
                <a:gd name="csX5" fmla="*/ 6191597 w 12194845"/>
                <a:gd name="csY5" fmla="*/ 4761655 h 4761655"/>
                <a:gd name="csX6" fmla="*/ 4906739 w 12194845"/>
                <a:gd name="csY6" fmla="*/ 4761655 h 4761655"/>
                <a:gd name="csX7" fmla="*/ 4802181 w 12194845"/>
                <a:gd name="csY7" fmla="*/ 4761655 h 4761655"/>
                <a:gd name="csX8" fmla="*/ 0 w 12194845"/>
                <a:gd name="csY8" fmla="*/ 4761655 h 4761655"/>
                <a:gd name="csX9" fmla="*/ 0 w 12194845"/>
                <a:gd name="csY9" fmla="*/ 2394235 h 4761655"/>
                <a:gd name="csX10" fmla="*/ 6191597 w 12194845"/>
                <a:gd name="csY10" fmla="*/ 2394235 h 4761655"/>
                <a:gd name="csX11" fmla="*/ 6191597 w 12194845"/>
                <a:gd name="csY11" fmla="*/ 2400203 h 4761655"/>
                <a:gd name="csX12" fmla="*/ 6807365 w 12194845"/>
                <a:gd name="csY12" fmla="*/ 2400203 h 4761655"/>
                <a:gd name="csX13" fmla="*/ 7410087 w 12194845"/>
                <a:gd name="csY13" fmla="*/ 2359510 h 4761655"/>
                <a:gd name="csX14" fmla="*/ 8626764 w 12194845"/>
                <a:gd name="csY14" fmla="*/ 2093279 h 4761655"/>
                <a:gd name="csX15" fmla="*/ 10488507 w 12194845"/>
                <a:gd name="csY15" fmla="*/ 1308438 h 4761655"/>
                <a:gd name="csX16" fmla="*/ 12194845 w 12194845"/>
                <a:gd name="csY16" fmla="*/ 0 h 4761655"/>
                <a:gd name="csX0" fmla="*/ 12194845 w 12194845"/>
                <a:gd name="csY0" fmla="*/ 0 h 4761655"/>
                <a:gd name="csX1" fmla="*/ 12194287 w 12194845"/>
                <a:gd name="csY1" fmla="*/ 3050463 h 4761655"/>
                <a:gd name="csX2" fmla="*/ 10017031 w 12194845"/>
                <a:gd name="csY2" fmla="*/ 4124117 h 4761655"/>
                <a:gd name="csX3" fmla="*/ 8146799 w 12194845"/>
                <a:gd name="csY3" fmla="*/ 4649586 h 4761655"/>
                <a:gd name="csX4" fmla="*/ 6807365 w 12194845"/>
                <a:gd name="csY4" fmla="*/ 4761655 h 4761655"/>
                <a:gd name="csX5" fmla="*/ 6191597 w 12194845"/>
                <a:gd name="csY5" fmla="*/ 4761655 h 4761655"/>
                <a:gd name="csX6" fmla="*/ 4906739 w 12194845"/>
                <a:gd name="csY6" fmla="*/ 4761655 h 4761655"/>
                <a:gd name="csX7" fmla="*/ 4802181 w 12194845"/>
                <a:gd name="csY7" fmla="*/ 4761655 h 4761655"/>
                <a:gd name="csX8" fmla="*/ 0 w 12194845"/>
                <a:gd name="csY8" fmla="*/ 4761655 h 4761655"/>
                <a:gd name="csX9" fmla="*/ 0 w 12194845"/>
                <a:gd name="csY9" fmla="*/ 2394235 h 4761655"/>
                <a:gd name="csX10" fmla="*/ 6191597 w 12194845"/>
                <a:gd name="csY10" fmla="*/ 2394235 h 4761655"/>
                <a:gd name="csX11" fmla="*/ 6807365 w 12194845"/>
                <a:gd name="csY11" fmla="*/ 2400203 h 4761655"/>
                <a:gd name="csX12" fmla="*/ 7410087 w 12194845"/>
                <a:gd name="csY12" fmla="*/ 2359510 h 4761655"/>
                <a:gd name="csX13" fmla="*/ 8626764 w 12194845"/>
                <a:gd name="csY13" fmla="*/ 2093279 h 4761655"/>
                <a:gd name="csX14" fmla="*/ 10488507 w 12194845"/>
                <a:gd name="csY14" fmla="*/ 1308438 h 4761655"/>
                <a:gd name="csX15" fmla="*/ 12194845 w 12194845"/>
                <a:gd name="csY15" fmla="*/ 0 h 4761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194845" h="4761655">
                  <a:moveTo>
                    <a:pt x="12194845" y="0"/>
                  </a:moveTo>
                  <a:cubicBezTo>
                    <a:pt x="12194845" y="879358"/>
                    <a:pt x="12194287" y="2171106"/>
                    <a:pt x="12194287" y="3050463"/>
                  </a:cubicBezTo>
                  <a:cubicBezTo>
                    <a:pt x="11481963" y="3524957"/>
                    <a:pt x="10691613" y="3857596"/>
                    <a:pt x="10017031" y="4124117"/>
                  </a:cubicBezTo>
                  <a:cubicBezTo>
                    <a:pt x="9342449" y="4390638"/>
                    <a:pt x="8681743" y="4543330"/>
                    <a:pt x="8146799" y="4649586"/>
                  </a:cubicBezTo>
                  <a:cubicBezTo>
                    <a:pt x="7611854" y="4755842"/>
                    <a:pt x="7196218" y="4761222"/>
                    <a:pt x="6807365" y="4761655"/>
                  </a:cubicBezTo>
                  <a:lnTo>
                    <a:pt x="6191597" y="4761655"/>
                  </a:lnTo>
                  <a:lnTo>
                    <a:pt x="4906739" y="4761655"/>
                  </a:lnTo>
                  <a:lnTo>
                    <a:pt x="4802181" y="4761655"/>
                  </a:lnTo>
                  <a:lnTo>
                    <a:pt x="0" y="4761655"/>
                  </a:lnTo>
                  <a:lnTo>
                    <a:pt x="0" y="2394235"/>
                  </a:lnTo>
                  <a:lnTo>
                    <a:pt x="6191597" y="2394235"/>
                  </a:lnTo>
                  <a:lnTo>
                    <a:pt x="6807365" y="2400203"/>
                  </a:lnTo>
                  <a:cubicBezTo>
                    <a:pt x="6990990" y="2400203"/>
                    <a:pt x="7194490" y="2386784"/>
                    <a:pt x="7410087" y="2359510"/>
                  </a:cubicBezTo>
                  <a:cubicBezTo>
                    <a:pt x="7788139" y="2311891"/>
                    <a:pt x="8203779" y="2220983"/>
                    <a:pt x="8626764" y="2093279"/>
                  </a:cubicBezTo>
                  <a:cubicBezTo>
                    <a:pt x="9261459" y="1902371"/>
                    <a:pt x="9912139" y="1627914"/>
                    <a:pt x="10488507" y="1308438"/>
                  </a:cubicBezTo>
                  <a:cubicBezTo>
                    <a:pt x="11538037" y="753730"/>
                    <a:pt x="12149479" y="26407"/>
                    <a:pt x="12194845" y="0"/>
                  </a:cubicBezTo>
                  <a:close/>
                </a:path>
              </a:pathLst>
            </a:custGeom>
            <a:gradFill>
              <a:gsLst>
                <a:gs pos="0">
                  <a:srgbClr val="5A4254"/>
                </a:gs>
                <a:gs pos="100000">
                  <a:srgbClr val="914953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1109990" y="4490581"/>
              <a:ext cx="2367420" cy="236742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8767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657B0BEC-8E73-B4FD-23C2-4991A32927FD}"/>
              </a:ext>
            </a:extLst>
          </p:cNvPr>
          <p:cNvSpPr/>
          <p:nvPr userDrawn="1"/>
        </p:nvSpPr>
        <p:spPr>
          <a:xfrm rot="19849156">
            <a:off x="-217975" y="2782635"/>
            <a:ext cx="8370574" cy="5191200"/>
          </a:xfrm>
          <a:custGeom>
            <a:avLst/>
            <a:gdLst>
              <a:gd name="csX0" fmla="*/ 8370574 w 8370574"/>
              <a:gd name="csY0" fmla="*/ 0 h 5191200"/>
              <a:gd name="csX1" fmla="*/ 8370574 w 8370574"/>
              <a:gd name="csY1" fmla="*/ 5191200 h 5191200"/>
              <a:gd name="csX2" fmla="*/ 5798233 w 8370574"/>
              <a:gd name="csY2" fmla="*/ 5191200 h 5191200"/>
              <a:gd name="csX3" fmla="*/ 0 w 8370574"/>
              <a:gd name="csY3" fmla="*/ 1953236 h 5191200"/>
              <a:gd name="csX4" fmla="*/ 1090765 w 8370574"/>
              <a:gd name="csY4" fmla="*/ 0 h 51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370574" h="5191200">
                <a:moveTo>
                  <a:pt x="8370574" y="0"/>
                </a:moveTo>
                <a:lnTo>
                  <a:pt x="8370574" y="5191200"/>
                </a:lnTo>
                <a:lnTo>
                  <a:pt x="5798233" y="5191200"/>
                </a:lnTo>
                <a:lnTo>
                  <a:pt x="0" y="1953236"/>
                </a:lnTo>
                <a:lnTo>
                  <a:pt x="1090765" y="0"/>
                </a:lnTo>
                <a:close/>
              </a:path>
            </a:pathLst>
          </a:custGeom>
          <a:gradFill>
            <a:gsLst>
              <a:gs pos="0">
                <a:srgbClr val="934A52"/>
              </a:gs>
              <a:gs pos="100000">
                <a:srgbClr val="974A5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1BC0DFB-5BB9-3C91-8D39-A2495C5EEF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8225" y="838690"/>
            <a:ext cx="5191200" cy="5191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>
              <a:defRPr lang="de-DE" sz="1800" dirty="0" smtClean="0">
                <a:solidFill>
                  <a:schemeClr val="lt1"/>
                </a:solidFill>
              </a:defRPr>
            </a:lvl2pPr>
            <a:lvl3pPr>
              <a:defRPr lang="de-DE" sz="1800" dirty="0" smtClean="0">
                <a:solidFill>
                  <a:schemeClr val="lt1"/>
                </a:solidFill>
              </a:defRPr>
            </a:lvl3pPr>
            <a:lvl4pPr>
              <a:defRPr lang="de-DE" sz="1800" dirty="0" smtClean="0">
                <a:solidFill>
                  <a:schemeClr val="lt1"/>
                </a:solidFill>
              </a:defRPr>
            </a:lvl4pPr>
            <a:lvl5pPr>
              <a:defRPr lang="de-DE" sz="1800" dirty="0">
                <a:solidFill>
                  <a:schemeClr val="lt1"/>
                </a:solidFill>
              </a:defRPr>
            </a:lvl5pPr>
          </a:lstStyle>
          <a:p>
            <a:pPr lvl="0"/>
            <a:r>
              <a:rPr lang="de-DE" dirty="0"/>
              <a:t>Hier könnte ein Statement stehen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07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>
              <a:buFont typeface="+mj-lt"/>
              <a:buNone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505335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259877" y="774300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0">
                  <a:srgbClr val="5A4254"/>
                </a:gs>
                <a:gs pos="100000">
                  <a:srgbClr val="914953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90231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>
              <a:buFont typeface="+mj-lt"/>
              <a:buNone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8FBC8CA9-F46B-25DA-5874-8EB1F259BA1B}"/>
              </a:ext>
            </a:extLst>
          </p:cNvPr>
          <p:cNvSpPr>
            <a:spLocks/>
          </p:cNvSpPr>
          <p:nvPr userDrawn="1"/>
        </p:nvSpPr>
        <p:spPr bwMode="auto">
          <a:xfrm>
            <a:off x="0" y="4279635"/>
            <a:ext cx="12192000" cy="1575201"/>
          </a:xfrm>
          <a:custGeom>
            <a:avLst/>
            <a:gdLst>
              <a:gd name="csX0" fmla="*/ 363672 w 12169774"/>
              <a:gd name="csY0" fmla="*/ 0 h 1575201"/>
              <a:gd name="csX1" fmla="*/ 12169774 w 12169774"/>
              <a:gd name="csY1" fmla="*/ 0 h 1575201"/>
              <a:gd name="csX2" fmla="*/ 12169774 w 12169774"/>
              <a:gd name="csY2" fmla="*/ 1575201 h 1575201"/>
              <a:gd name="csX3" fmla="*/ 11704778 w 12169774"/>
              <a:gd name="csY3" fmla="*/ 1575201 h 1575201"/>
              <a:gd name="csX4" fmla="*/ 11607424 w 12169774"/>
              <a:gd name="csY4" fmla="*/ 1575201 h 1575201"/>
              <a:gd name="csX5" fmla="*/ 1855789 w 12169774"/>
              <a:gd name="csY5" fmla="*/ 1575201 h 1575201"/>
              <a:gd name="csX6" fmla="*/ 1758031 w 12169774"/>
              <a:gd name="csY6" fmla="*/ 1575201 h 1575201"/>
              <a:gd name="csX7" fmla="*/ 363672 w 12169774"/>
              <a:gd name="csY7" fmla="*/ 1575201 h 1575201"/>
              <a:gd name="csX8" fmla="*/ 0 w 12169774"/>
              <a:gd name="csY8" fmla="*/ 1575201 h 1575201"/>
              <a:gd name="csX9" fmla="*/ 0 w 12169774"/>
              <a:gd name="csY9" fmla="*/ 3971 h 1575201"/>
              <a:gd name="csX10" fmla="*/ 363672 w 12169774"/>
              <a:gd name="csY10" fmla="*/ 3971 h 1575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169774" h="1575201">
                <a:moveTo>
                  <a:pt x="363672" y="0"/>
                </a:moveTo>
                <a:lnTo>
                  <a:pt x="12169774" y="0"/>
                </a:lnTo>
                <a:lnTo>
                  <a:pt x="12169774" y="1575201"/>
                </a:lnTo>
                <a:lnTo>
                  <a:pt x="11704778" y="1575201"/>
                </a:lnTo>
                <a:lnTo>
                  <a:pt x="11607424" y="1575201"/>
                </a:lnTo>
                <a:lnTo>
                  <a:pt x="1855789" y="1575201"/>
                </a:lnTo>
                <a:lnTo>
                  <a:pt x="1758031" y="1575201"/>
                </a:lnTo>
                <a:lnTo>
                  <a:pt x="363672" y="1575201"/>
                </a:lnTo>
                <a:lnTo>
                  <a:pt x="0" y="1575201"/>
                </a:lnTo>
                <a:lnTo>
                  <a:pt x="0" y="3971"/>
                </a:lnTo>
                <a:lnTo>
                  <a:pt x="363672" y="3971"/>
                </a:lnTo>
                <a:close/>
              </a:path>
            </a:pathLst>
          </a:custGeom>
          <a:gradFill>
            <a:gsLst>
              <a:gs pos="0">
                <a:srgbClr val="5A4254">
                  <a:alpha val="80000"/>
                </a:srgbClr>
              </a:gs>
              <a:gs pos="100000">
                <a:srgbClr val="914953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8DE817BD-B2EB-582F-5C23-57EF9513786E}"/>
              </a:ext>
            </a:extLst>
          </p:cNvPr>
          <p:cNvSpPr/>
          <p:nvPr userDrawn="1"/>
        </p:nvSpPr>
        <p:spPr>
          <a:xfrm>
            <a:off x="4475096" y="4279635"/>
            <a:ext cx="1575201" cy="1575201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94D2F9B5-FB3A-4D41-EB06-D18132D262F6}"/>
              </a:ext>
            </a:extLst>
          </p:cNvPr>
          <p:cNvSpPr/>
          <p:nvPr userDrawn="1"/>
        </p:nvSpPr>
        <p:spPr>
          <a:xfrm>
            <a:off x="11521562" y="4291446"/>
            <a:ext cx="670438" cy="1551580"/>
          </a:xfrm>
          <a:custGeom>
            <a:avLst/>
            <a:gdLst>
              <a:gd name="csX0" fmla="*/ 670438 w 670438"/>
              <a:gd name="csY0" fmla="*/ 0 h 1551580"/>
              <a:gd name="csX1" fmla="*/ 670438 w 670438"/>
              <a:gd name="csY1" fmla="*/ 1551580 h 1551580"/>
              <a:gd name="csX2" fmla="*/ 628872 w 670438"/>
              <a:gd name="csY2" fmla="*/ 1547390 h 1551580"/>
              <a:gd name="csX3" fmla="*/ 0 w 670438"/>
              <a:gd name="csY3" fmla="*/ 775790 h 1551580"/>
              <a:gd name="csX4" fmla="*/ 628872 w 670438"/>
              <a:gd name="csY4" fmla="*/ 4191 h 1551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0438" h="1551580">
                <a:moveTo>
                  <a:pt x="670438" y="0"/>
                </a:moveTo>
                <a:lnTo>
                  <a:pt x="670438" y="1551580"/>
                </a:lnTo>
                <a:lnTo>
                  <a:pt x="628872" y="1547390"/>
                </a:lnTo>
                <a:cubicBezTo>
                  <a:pt x="269976" y="1473949"/>
                  <a:pt x="0" y="1156398"/>
                  <a:pt x="0" y="775790"/>
                </a:cubicBezTo>
                <a:cubicBezTo>
                  <a:pt x="0" y="395183"/>
                  <a:pt x="269976" y="77631"/>
                  <a:pt x="628872" y="4191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43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inder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49CDD64-6A21-D71E-284D-D55369F1EC52}"/>
              </a:ext>
            </a:extLst>
          </p:cNvPr>
          <p:cNvGrpSpPr/>
          <p:nvPr userDrawn="1"/>
        </p:nvGrpSpPr>
        <p:grpSpPr>
          <a:xfrm>
            <a:off x="0" y="-1"/>
            <a:ext cx="12192000" cy="6554655"/>
            <a:chOff x="2134500" y="1869738"/>
            <a:chExt cx="925495" cy="497564"/>
          </a:xfrm>
          <a:solidFill>
            <a:srgbClr val="053B57"/>
          </a:solidFill>
        </p:grpSpPr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746F3E7D-92C8-058E-5DD8-91C7123398A2}"/>
                </a:ext>
              </a:extLst>
            </p:cNvPr>
            <p:cNvSpPr/>
            <p:nvPr userDrawn="1"/>
          </p:nvSpPr>
          <p:spPr>
            <a:xfrm>
              <a:off x="2134500" y="1869738"/>
              <a:ext cx="339522" cy="497564"/>
            </a:xfrm>
            <a:custGeom>
              <a:avLst/>
              <a:gdLst>
                <a:gd name="csX0" fmla="*/ 232029 w 339522"/>
                <a:gd name="csY0" fmla="*/ 234429 h 497564"/>
                <a:gd name="csX1" fmla="*/ 295826 w 339522"/>
                <a:gd name="csY1" fmla="*/ 196590 h 497564"/>
                <a:gd name="csX2" fmla="*/ 320733 w 339522"/>
                <a:gd name="csY2" fmla="*/ 127436 h 497564"/>
                <a:gd name="csX3" fmla="*/ 270045 w 339522"/>
                <a:gd name="csY3" fmla="*/ 31315 h 497564"/>
                <a:gd name="csX4" fmla="*/ 124535 w 339522"/>
                <a:gd name="csY4" fmla="*/ 0 h 497564"/>
                <a:gd name="csX5" fmla="*/ 0 w 339522"/>
                <a:gd name="csY5" fmla="*/ 0 h 497564"/>
                <a:gd name="csX6" fmla="*/ 0 w 339522"/>
                <a:gd name="csY6" fmla="*/ 497564 h 497564"/>
                <a:gd name="csX7" fmla="*/ 142451 w 339522"/>
                <a:gd name="csY7" fmla="*/ 497564 h 497564"/>
                <a:gd name="csX8" fmla="*/ 287524 w 339522"/>
                <a:gd name="csY8" fmla="*/ 463640 h 497564"/>
                <a:gd name="csX9" fmla="*/ 339523 w 339522"/>
                <a:gd name="csY9" fmla="*/ 353601 h 497564"/>
                <a:gd name="csX10" fmla="*/ 310246 w 339522"/>
                <a:gd name="csY10" fmla="*/ 271834 h 497564"/>
                <a:gd name="csX11" fmla="*/ 232029 w 339522"/>
                <a:gd name="csY11" fmla="*/ 234429 h 497564"/>
                <a:gd name="csX12" fmla="*/ 104435 w 339522"/>
                <a:gd name="csY12" fmla="*/ 74809 h 497564"/>
                <a:gd name="csX13" fmla="*/ 134586 w 339522"/>
                <a:gd name="csY13" fmla="*/ 74809 h 497564"/>
                <a:gd name="csX14" fmla="*/ 195761 w 339522"/>
                <a:gd name="csY14" fmla="*/ 89161 h 497564"/>
                <a:gd name="csX15" fmla="*/ 214550 w 339522"/>
                <a:gd name="csY15" fmla="*/ 136569 h 497564"/>
                <a:gd name="csX16" fmla="*/ 141577 w 339522"/>
                <a:gd name="csY16" fmla="*/ 202679 h 497564"/>
                <a:gd name="csX17" fmla="*/ 104435 w 339522"/>
                <a:gd name="csY17" fmla="*/ 202679 h 497564"/>
                <a:gd name="csX18" fmla="*/ 104435 w 339522"/>
                <a:gd name="csY18" fmla="*/ 74809 h 497564"/>
                <a:gd name="csX19" fmla="*/ 210181 w 339522"/>
                <a:gd name="csY19" fmla="*/ 404923 h 497564"/>
                <a:gd name="csX20" fmla="*/ 143325 w 339522"/>
                <a:gd name="csY20" fmla="*/ 420581 h 497564"/>
                <a:gd name="csX21" fmla="*/ 103998 w 339522"/>
                <a:gd name="csY21" fmla="*/ 420581 h 497564"/>
                <a:gd name="csX22" fmla="*/ 103998 w 339522"/>
                <a:gd name="csY22" fmla="*/ 273139 h 497564"/>
                <a:gd name="csX23" fmla="*/ 149006 w 339522"/>
                <a:gd name="csY23" fmla="*/ 273139 h 497564"/>
                <a:gd name="csX24" fmla="*/ 232903 w 339522"/>
                <a:gd name="csY24" fmla="*/ 348817 h 497564"/>
                <a:gd name="csX25" fmla="*/ 210181 w 339522"/>
                <a:gd name="csY25" fmla="*/ 404923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39522" h="497564">
                  <a:moveTo>
                    <a:pt x="232029" y="234429"/>
                  </a:moveTo>
                  <a:cubicBezTo>
                    <a:pt x="258247" y="227036"/>
                    <a:pt x="279221" y="214857"/>
                    <a:pt x="295826" y="196590"/>
                  </a:cubicBezTo>
                  <a:cubicBezTo>
                    <a:pt x="312431" y="178758"/>
                    <a:pt x="320733" y="155706"/>
                    <a:pt x="320733" y="127436"/>
                  </a:cubicBezTo>
                  <a:cubicBezTo>
                    <a:pt x="320733" y="84377"/>
                    <a:pt x="304129" y="52192"/>
                    <a:pt x="270045" y="31315"/>
                  </a:cubicBezTo>
                  <a:cubicBezTo>
                    <a:pt x="235962" y="10438"/>
                    <a:pt x="187459" y="0"/>
                    <a:pt x="124535" y="0"/>
                  </a:cubicBezTo>
                  <a:lnTo>
                    <a:pt x="0" y="0"/>
                  </a:lnTo>
                  <a:lnTo>
                    <a:pt x="0" y="497564"/>
                  </a:lnTo>
                  <a:lnTo>
                    <a:pt x="142451" y="497564"/>
                  </a:lnTo>
                  <a:cubicBezTo>
                    <a:pt x="204063" y="497564"/>
                    <a:pt x="252567" y="486256"/>
                    <a:pt x="287524" y="463640"/>
                  </a:cubicBezTo>
                  <a:cubicBezTo>
                    <a:pt x="322044" y="440588"/>
                    <a:pt x="339523" y="404054"/>
                    <a:pt x="339523" y="353601"/>
                  </a:cubicBezTo>
                  <a:cubicBezTo>
                    <a:pt x="339523" y="317502"/>
                    <a:pt x="329910" y="290101"/>
                    <a:pt x="310246" y="271834"/>
                  </a:cubicBezTo>
                  <a:cubicBezTo>
                    <a:pt x="291020" y="253566"/>
                    <a:pt x="264802" y="240953"/>
                    <a:pt x="232029" y="234429"/>
                  </a:cubicBezTo>
                  <a:close/>
                  <a:moveTo>
                    <a:pt x="104435" y="74809"/>
                  </a:moveTo>
                  <a:lnTo>
                    <a:pt x="134586" y="74809"/>
                  </a:lnTo>
                  <a:cubicBezTo>
                    <a:pt x="162551" y="74809"/>
                    <a:pt x="182652" y="79593"/>
                    <a:pt x="195761" y="89161"/>
                  </a:cubicBezTo>
                  <a:cubicBezTo>
                    <a:pt x="208433" y="98730"/>
                    <a:pt x="214550" y="114823"/>
                    <a:pt x="214550" y="136569"/>
                  </a:cubicBezTo>
                  <a:cubicBezTo>
                    <a:pt x="214550" y="180933"/>
                    <a:pt x="190517" y="202679"/>
                    <a:pt x="141577" y="202679"/>
                  </a:cubicBezTo>
                  <a:lnTo>
                    <a:pt x="104435" y="202679"/>
                  </a:lnTo>
                  <a:lnTo>
                    <a:pt x="104435" y="74809"/>
                  </a:lnTo>
                  <a:close/>
                  <a:moveTo>
                    <a:pt x="210181" y="404923"/>
                  </a:moveTo>
                  <a:cubicBezTo>
                    <a:pt x="194887" y="415362"/>
                    <a:pt x="172602" y="420581"/>
                    <a:pt x="143325" y="420581"/>
                  </a:cubicBezTo>
                  <a:lnTo>
                    <a:pt x="103998" y="420581"/>
                  </a:lnTo>
                  <a:lnTo>
                    <a:pt x="103998" y="273139"/>
                  </a:lnTo>
                  <a:lnTo>
                    <a:pt x="149006" y="273139"/>
                  </a:lnTo>
                  <a:cubicBezTo>
                    <a:pt x="204937" y="273139"/>
                    <a:pt x="232903" y="298365"/>
                    <a:pt x="232903" y="348817"/>
                  </a:cubicBezTo>
                  <a:cubicBezTo>
                    <a:pt x="232903" y="375783"/>
                    <a:pt x="225038" y="394485"/>
                    <a:pt x="210181" y="404923"/>
                  </a:cubicBez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4C4276B4-E465-8881-43E9-AD5D6DA78C2B}"/>
                </a:ext>
              </a:extLst>
            </p:cNvPr>
            <p:cNvSpPr/>
            <p:nvPr userDrawn="1"/>
          </p:nvSpPr>
          <p:spPr>
            <a:xfrm>
              <a:off x="2527333" y="1869738"/>
              <a:ext cx="104434" cy="497564"/>
            </a:xfrm>
            <a:custGeom>
              <a:avLst/>
              <a:gdLst>
                <a:gd name="csX0" fmla="*/ 0 w 104434"/>
                <a:gd name="csY0" fmla="*/ 497564 h 497564"/>
                <a:gd name="csX1" fmla="*/ 104435 w 104434"/>
                <a:gd name="csY1" fmla="*/ 497564 h 497564"/>
                <a:gd name="csX2" fmla="*/ 104435 w 104434"/>
                <a:gd name="csY2" fmla="*/ 0 h 497564"/>
                <a:gd name="csX3" fmla="*/ 0 w 104434"/>
                <a:gd name="csY3" fmla="*/ 0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434" h="497564">
                  <a:moveTo>
                    <a:pt x="0" y="497564"/>
                  </a:moveTo>
                  <a:lnTo>
                    <a:pt x="104435" y="497564"/>
                  </a:lnTo>
                  <a:lnTo>
                    <a:pt x="1044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ihandform: Form 56">
              <a:extLst>
                <a:ext uri="{FF2B5EF4-FFF2-40B4-BE49-F238E27FC236}">
                  <a16:creationId xmlns:a16="http://schemas.microsoft.com/office/drawing/2014/main" id="{5ECACE1D-DD14-65F1-12CB-1C3767493B1A}"/>
                </a:ext>
              </a:extLst>
            </p:cNvPr>
            <p:cNvSpPr/>
            <p:nvPr userDrawn="1"/>
          </p:nvSpPr>
          <p:spPr>
            <a:xfrm>
              <a:off x="2713044" y="1869738"/>
              <a:ext cx="346951" cy="497564"/>
            </a:xfrm>
            <a:custGeom>
              <a:avLst/>
              <a:gdLst>
                <a:gd name="csX0" fmla="*/ 242953 w 346951"/>
                <a:gd name="csY0" fmla="*/ 197025 h 497564"/>
                <a:gd name="csX1" fmla="*/ 103998 w 346951"/>
                <a:gd name="csY1" fmla="*/ 197025 h 497564"/>
                <a:gd name="csX2" fmla="*/ 103998 w 346951"/>
                <a:gd name="csY2" fmla="*/ 0 h 497564"/>
                <a:gd name="csX3" fmla="*/ 0 w 346951"/>
                <a:gd name="csY3" fmla="*/ 0 h 497564"/>
                <a:gd name="csX4" fmla="*/ 0 w 346951"/>
                <a:gd name="csY4" fmla="*/ 497564 h 497564"/>
                <a:gd name="csX5" fmla="*/ 103998 w 346951"/>
                <a:gd name="csY5" fmla="*/ 497564 h 497564"/>
                <a:gd name="csX6" fmla="*/ 103998 w 346951"/>
                <a:gd name="csY6" fmla="*/ 279228 h 497564"/>
                <a:gd name="csX7" fmla="*/ 242953 w 346951"/>
                <a:gd name="csY7" fmla="*/ 279228 h 497564"/>
                <a:gd name="csX8" fmla="*/ 242953 w 346951"/>
                <a:gd name="csY8" fmla="*/ 497564 h 497564"/>
                <a:gd name="csX9" fmla="*/ 346951 w 346951"/>
                <a:gd name="csY9" fmla="*/ 497564 h 497564"/>
                <a:gd name="csX10" fmla="*/ 346951 w 346951"/>
                <a:gd name="csY10" fmla="*/ 0 h 497564"/>
                <a:gd name="csX11" fmla="*/ 242953 w 346951"/>
                <a:gd name="csY11" fmla="*/ 0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46951" h="497564">
                  <a:moveTo>
                    <a:pt x="242953" y="197025"/>
                  </a:moveTo>
                  <a:lnTo>
                    <a:pt x="103998" y="197025"/>
                  </a:lnTo>
                  <a:lnTo>
                    <a:pt x="103998" y="0"/>
                  </a:lnTo>
                  <a:lnTo>
                    <a:pt x="0" y="0"/>
                  </a:lnTo>
                  <a:lnTo>
                    <a:pt x="0" y="497564"/>
                  </a:lnTo>
                  <a:lnTo>
                    <a:pt x="103998" y="497564"/>
                  </a:lnTo>
                  <a:lnTo>
                    <a:pt x="103998" y="279228"/>
                  </a:lnTo>
                  <a:lnTo>
                    <a:pt x="242953" y="279228"/>
                  </a:lnTo>
                  <a:lnTo>
                    <a:pt x="242953" y="497564"/>
                  </a:lnTo>
                  <a:lnTo>
                    <a:pt x="346951" y="497564"/>
                  </a:lnTo>
                  <a:lnTo>
                    <a:pt x="346951" y="0"/>
                  </a:lnTo>
                  <a:lnTo>
                    <a:pt x="242953" y="0"/>
                  </a:ln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163A6E55-0578-BB3A-019D-DF25687F4A2C}"/>
              </a:ext>
            </a:extLst>
          </p:cNvPr>
          <p:cNvSpPr>
            <a:spLocks/>
          </p:cNvSpPr>
          <p:nvPr userDrawn="1"/>
        </p:nvSpPr>
        <p:spPr bwMode="auto">
          <a:xfrm>
            <a:off x="0" y="2834166"/>
            <a:ext cx="12192001" cy="4023834"/>
          </a:xfrm>
          <a:custGeom>
            <a:avLst/>
            <a:gdLst>
              <a:gd name="csX0" fmla="*/ 12192001 w 12192001"/>
              <a:gd name="csY0" fmla="*/ 0 h 4023834"/>
              <a:gd name="csX1" fmla="*/ 12192001 w 12192001"/>
              <a:gd name="csY1" fmla="*/ 4023834 h 4023834"/>
              <a:gd name="csX2" fmla="*/ 0 w 12192001"/>
              <a:gd name="csY2" fmla="*/ 4023834 h 4023834"/>
              <a:gd name="csX3" fmla="*/ 0 w 12192001"/>
              <a:gd name="csY3" fmla="*/ 1182234 h 4023834"/>
              <a:gd name="csX4" fmla="*/ 6452268 w 12192001"/>
              <a:gd name="csY4" fmla="*/ 1182234 h 4023834"/>
              <a:gd name="csX5" fmla="*/ 7434305 w 12192001"/>
              <a:gd name="csY5" fmla="*/ 1183636 h 4023834"/>
              <a:gd name="csX6" fmla="*/ 8399591 w 12192001"/>
              <a:gd name="csY6" fmla="*/ 1098611 h 4023834"/>
              <a:gd name="csX7" fmla="*/ 10344024 w 12192001"/>
              <a:gd name="csY7" fmla="*/ 674782 h 4023834"/>
              <a:gd name="csX8" fmla="*/ 11859419 w 12192001"/>
              <a:gd name="csY8" fmla="*/ 140990 h 4023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2001" h="4023834">
                <a:moveTo>
                  <a:pt x="12192001" y="0"/>
                </a:moveTo>
                <a:lnTo>
                  <a:pt x="12192001" y="4023834"/>
                </a:lnTo>
                <a:lnTo>
                  <a:pt x="0" y="4023834"/>
                </a:lnTo>
                <a:lnTo>
                  <a:pt x="0" y="1182234"/>
                </a:lnTo>
                <a:lnTo>
                  <a:pt x="6452268" y="1182234"/>
                </a:lnTo>
                <a:lnTo>
                  <a:pt x="7434305" y="1183636"/>
                </a:lnTo>
                <a:cubicBezTo>
                  <a:pt x="7735266" y="1171488"/>
                  <a:pt x="8011990" y="1151028"/>
                  <a:pt x="8399591" y="1098611"/>
                </a:cubicBezTo>
                <a:cubicBezTo>
                  <a:pt x="8887474" y="1032633"/>
                  <a:pt x="9669441" y="878081"/>
                  <a:pt x="10344024" y="674782"/>
                </a:cubicBezTo>
                <a:cubicBezTo>
                  <a:pt x="10850135" y="522823"/>
                  <a:pt x="11360591" y="344699"/>
                  <a:pt x="11859419" y="140990"/>
                </a:cubicBezTo>
                <a:close/>
              </a:path>
            </a:pathLst>
          </a:custGeom>
          <a:gradFill>
            <a:gsLst>
              <a:gs pos="0">
                <a:srgbClr val="5A4254"/>
              </a:gs>
              <a:gs pos="100000">
                <a:srgbClr val="91495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dirty="0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8CFA20EA-B12D-3E28-DCBF-FFF21E126409}"/>
              </a:ext>
            </a:extLst>
          </p:cNvPr>
          <p:cNvSpPr/>
          <p:nvPr userDrawn="1"/>
        </p:nvSpPr>
        <p:spPr>
          <a:xfrm>
            <a:off x="1" y="4019080"/>
            <a:ext cx="2210765" cy="2838921"/>
          </a:xfrm>
          <a:custGeom>
            <a:avLst/>
            <a:gdLst>
              <a:gd name="csX0" fmla="*/ 444481 w 2210765"/>
              <a:gd name="csY0" fmla="*/ 0 h 2838921"/>
              <a:gd name="csX1" fmla="*/ 2210765 w 2210765"/>
              <a:gd name="csY1" fmla="*/ 1766283 h 2838921"/>
              <a:gd name="csX2" fmla="*/ 1909111 w 2210765"/>
              <a:gd name="csY2" fmla="*/ 2753829 h 2838921"/>
              <a:gd name="csX3" fmla="*/ 1845480 w 2210765"/>
              <a:gd name="csY3" fmla="*/ 2838921 h 2838921"/>
              <a:gd name="csX4" fmla="*/ 0 w 2210765"/>
              <a:gd name="csY4" fmla="*/ 2838921 h 2838921"/>
              <a:gd name="csX5" fmla="*/ 0 w 2210765"/>
              <a:gd name="csY5" fmla="*/ 58644 h 2838921"/>
              <a:gd name="csX6" fmla="*/ 88513 w 2210765"/>
              <a:gd name="csY6" fmla="*/ 35885 h 2838921"/>
              <a:gd name="csX7" fmla="*/ 444481 w 2210765"/>
              <a:gd name="csY7" fmla="*/ 0 h 283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210765" h="2838921">
                <a:moveTo>
                  <a:pt x="444481" y="0"/>
                </a:moveTo>
                <a:cubicBezTo>
                  <a:pt x="1419972" y="0"/>
                  <a:pt x="2210765" y="790792"/>
                  <a:pt x="2210765" y="1766283"/>
                </a:cubicBezTo>
                <a:cubicBezTo>
                  <a:pt x="2210765" y="2132092"/>
                  <a:pt x="2099559" y="2471928"/>
                  <a:pt x="1909111" y="2753829"/>
                </a:cubicBezTo>
                <a:lnTo>
                  <a:pt x="1845480" y="2838921"/>
                </a:lnTo>
                <a:lnTo>
                  <a:pt x="0" y="2838921"/>
                </a:lnTo>
                <a:lnTo>
                  <a:pt x="0" y="58644"/>
                </a:lnTo>
                <a:lnTo>
                  <a:pt x="88513" y="35885"/>
                </a:lnTo>
                <a:cubicBezTo>
                  <a:pt x="203494" y="12356"/>
                  <a:pt x="322545" y="0"/>
                  <a:pt x="444481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FAC6388-247B-F136-AE59-8364C6C375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41" y="508632"/>
            <a:ext cx="2114480" cy="513222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A4BA741D-77D4-700B-9763-1521C03C3DDF}"/>
              </a:ext>
            </a:extLst>
          </p:cNvPr>
          <p:cNvSpPr/>
          <p:nvPr userDrawn="1"/>
        </p:nvSpPr>
        <p:spPr>
          <a:xfrm>
            <a:off x="5193088" y="2155520"/>
            <a:ext cx="3860376" cy="688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de-DE" sz="5200" b="1" dirty="0">
                <a:solidFill>
                  <a:schemeClr val="tx1"/>
                </a:solidFill>
              </a:rPr>
              <a:t>Vielen Dank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9D14AC2-BF95-821C-CDA5-554D60B62024}"/>
              </a:ext>
            </a:extLst>
          </p:cNvPr>
          <p:cNvSpPr/>
          <p:nvPr userDrawn="1"/>
        </p:nvSpPr>
        <p:spPr>
          <a:xfrm>
            <a:off x="5193088" y="2940120"/>
            <a:ext cx="3860376" cy="344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de-DE" sz="2000" b="1" dirty="0">
                <a:solidFill>
                  <a:schemeClr val="tx2"/>
                </a:solidFill>
              </a:rPr>
              <a:t>www.bihealth.org</a:t>
            </a:r>
          </a:p>
        </p:txBody>
      </p:sp>
    </p:spTree>
    <p:extLst>
      <p:ext uri="{BB962C8B-B14F-4D97-AF65-F5344CB8AC3E}">
        <p14:creationId xmlns:p14="http://schemas.microsoft.com/office/powerpoint/2010/main" val="130005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604923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259877" y="774300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0">
                  <a:srgbClr val="5A4254"/>
                </a:gs>
                <a:gs pos="100000">
                  <a:srgbClr val="914953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496" y="2065669"/>
            <a:ext cx="2952000" cy="1368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NAME NACHNAME </a:t>
            </a:r>
            <a:br>
              <a:rPr lang="de-DE" dirty="0"/>
            </a:br>
            <a:r>
              <a:rPr lang="de-DE" dirty="0"/>
              <a:t>Bitte hier Position eintragen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96A0BA6-1AA2-FEA2-C809-154ABD3244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3168" y="2061000"/>
            <a:ext cx="2952000" cy="1368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Bitte BIH Adresse eintragen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10FC62B0-912C-4246-955D-CC0A5E0612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0302" y="2060999"/>
            <a:ext cx="4478202" cy="837372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Bitte Kontaktdaten eintragen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C04A27C-DE11-C93C-0346-C013262C58E2}"/>
              </a:ext>
            </a:extLst>
          </p:cNvPr>
          <p:cNvSpPr/>
          <p:nvPr userDrawn="1"/>
        </p:nvSpPr>
        <p:spPr>
          <a:xfrm>
            <a:off x="7190302" y="2890581"/>
            <a:ext cx="1704316" cy="344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l"/>
            <a:r>
              <a:rPr lang="de-DE" sz="1600" b="0" dirty="0">
                <a:solidFill>
                  <a:schemeClr val="tx2"/>
                </a:solidFill>
              </a:rPr>
              <a:t>www.bihealth.org</a:t>
            </a:r>
          </a:p>
        </p:txBody>
      </p:sp>
    </p:spTree>
    <p:extLst>
      <p:ext uri="{BB962C8B-B14F-4D97-AF65-F5344CB8AC3E}">
        <p14:creationId xmlns:p14="http://schemas.microsoft.com/office/powerpoint/2010/main" val="285254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0225087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3917" y="2227900"/>
            <a:ext cx="8337108" cy="3793488"/>
          </a:xfrm>
        </p:spPr>
        <p:txBody>
          <a:bodyPr lIns="0" tIns="0" rIns="0" bIns="0">
            <a:noAutofit/>
          </a:bodyPr>
          <a:lstStyle>
            <a:lvl1pPr marL="273050" indent="-273050">
              <a:spcBef>
                <a:spcPts val="600"/>
              </a:spcBef>
              <a:buFont typeface="+mj-lt"/>
              <a:buAutoNum type="arabicPeriod"/>
              <a:defRPr sz="1800" b="0">
                <a:solidFill>
                  <a:schemeClr val="tx1"/>
                </a:solidFill>
              </a:defRPr>
            </a:lvl1pPr>
            <a:lvl2pPr marL="534988" indent="-261938">
              <a:spcBef>
                <a:spcPts val="600"/>
              </a:spcBef>
              <a:buFont typeface="Arial" panose="020B0604020202020204" pitchFamily="34" charset="0"/>
              <a:buChar char="•"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1"/>
            <a:r>
              <a:rPr lang="de-DE" dirty="0"/>
              <a:t>Unterpunkt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1"/>
            <a:r>
              <a:rPr lang="de-DE" dirty="0"/>
              <a:t>Unterpunkt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BB3CFDA-E900-4075-89C6-AF271708CF13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961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305" y="1817892"/>
            <a:ext cx="10836000" cy="344477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5200" b="1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Tx/>
              <a:buNone/>
              <a:defRPr sz="2000">
                <a:solidFill>
                  <a:schemeClr val="tx1"/>
                </a:solidFill>
              </a:defRPr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Hier steht ein Zitat </a:t>
            </a:r>
            <a:r>
              <a:rPr lang="de-DE" dirty="0" err="1"/>
              <a:t>Harumet</a:t>
            </a:r>
            <a:r>
              <a:rPr lang="de-DE" dirty="0"/>
              <a:t> </a:t>
            </a:r>
            <a:r>
              <a:rPr lang="de-DE" dirty="0" err="1"/>
              <a:t>acero</a:t>
            </a:r>
            <a:r>
              <a:rPr lang="de-DE" dirty="0"/>
              <a:t> </a:t>
            </a:r>
            <a:r>
              <a:rPr lang="de-DE" dirty="0" err="1"/>
              <a:t>voloris</a:t>
            </a:r>
            <a:r>
              <a:rPr lang="de-DE" dirty="0"/>
              <a:t> non </a:t>
            </a:r>
            <a:r>
              <a:rPr lang="de-DE" dirty="0" err="1"/>
              <a:t>nus</a:t>
            </a:r>
            <a:r>
              <a:rPr lang="de-DE" dirty="0"/>
              <a:t> </a:t>
            </a:r>
            <a:r>
              <a:rPr lang="de-DE" dirty="0" err="1"/>
              <a:t>aut</a:t>
            </a:r>
            <a:r>
              <a:rPr lang="de-DE" dirty="0"/>
              <a:t> </a:t>
            </a:r>
            <a:r>
              <a:rPr lang="de-DE" dirty="0" err="1"/>
              <a:t>reseque</a:t>
            </a:r>
            <a:r>
              <a:rPr lang="de-DE" dirty="0"/>
              <a:t>  </a:t>
            </a:r>
            <a:r>
              <a:rPr lang="de-DE" dirty="0" err="1"/>
              <a:t>corempo</a:t>
            </a:r>
            <a:r>
              <a:rPr lang="de-DE" dirty="0"/>
              <a:t> </a:t>
            </a:r>
            <a:r>
              <a:rPr lang="de-DE" dirty="0" err="1"/>
              <a:t>repudae</a:t>
            </a:r>
            <a:r>
              <a:rPr lang="de-DE" dirty="0"/>
              <a:t>.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volum</a:t>
            </a:r>
            <a:r>
              <a:rPr lang="de-DE" dirty="0"/>
              <a:t> </a:t>
            </a:r>
            <a:r>
              <a:rPr lang="de-DE" dirty="0" err="1"/>
              <a:t>fuga</a:t>
            </a:r>
            <a:r>
              <a:rPr lang="de-DE" dirty="0"/>
              <a:t>.“</a:t>
            </a:r>
          </a:p>
          <a:p>
            <a:pPr lvl="1"/>
            <a:r>
              <a:rPr lang="de-DE" dirty="0"/>
              <a:t>Name Nachname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CA1CC50-5FF1-4F62-A460-C2B5669688B7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7248B49-5BD6-1A63-B59E-BE8A6ABCF282}"/>
              </a:ext>
            </a:extLst>
          </p:cNvPr>
          <p:cNvSpPr/>
          <p:nvPr userDrawn="1"/>
        </p:nvSpPr>
        <p:spPr>
          <a:xfrm>
            <a:off x="515937" y="1808162"/>
            <a:ext cx="330367" cy="8678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de-DE" sz="5200" b="1" dirty="0"/>
              <a:t>„</a:t>
            </a:r>
          </a:p>
        </p:txBody>
      </p:sp>
    </p:spTree>
    <p:extLst>
      <p:ext uri="{BB962C8B-B14F-4D97-AF65-F5344CB8AC3E}">
        <p14:creationId xmlns:p14="http://schemas.microsoft.com/office/powerpoint/2010/main" val="179170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3"/>
            <a:ext cx="9281081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9944" y="2404187"/>
            <a:ext cx="9281081" cy="361720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5000"/>
              </a:lnSpc>
              <a:spcBef>
                <a:spcPts val="2400"/>
              </a:spcBef>
              <a:buFontTx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179388" indent="-179388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3pPr>
            <a:lvl4pPr marL="360363" indent="-1809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4pPr>
            <a:lvl5pPr marL="268288" indent="-268288">
              <a:buFont typeface="+mj-lt"/>
              <a:buAutoNum type="arabicPeriod"/>
              <a:defRPr sz="1600"/>
            </a:lvl5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endParaRPr lang="de-DE" dirty="0"/>
          </a:p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Standardtext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2"/>
            <a:r>
              <a:rPr lang="de-DE" dirty="0"/>
              <a:t>Aufzählung 1</a:t>
            </a:r>
          </a:p>
          <a:p>
            <a:pPr lvl="3"/>
            <a:r>
              <a:rPr lang="de-DE" dirty="0"/>
              <a:t>Aufzählung 1	</a:t>
            </a:r>
          </a:p>
          <a:p>
            <a:pPr lvl="4"/>
            <a:r>
              <a:rPr lang="de-DE" dirty="0"/>
              <a:t>Nummerierung</a:t>
            </a:r>
          </a:p>
          <a:p>
            <a:pPr lvl="3"/>
            <a:r>
              <a:rPr lang="de-DE" dirty="0"/>
              <a:t>Aufzählung nach Nummerierung</a:t>
            </a:r>
          </a:p>
          <a:p>
            <a:pPr lvl="5"/>
            <a:r>
              <a:rPr lang="de-DE" dirty="0"/>
              <a:t>Aufzählung nach Nummerierung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395000F-8B8A-4BCB-8C8E-D0925EF6464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9ABBD38-B629-8C2C-5AB4-C5EE5FD95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9944" y="1282060"/>
            <a:ext cx="9281081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3419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D109576-6D37-4BD3-B860-AA9CFA02316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2404186"/>
            <a:ext cx="9280005" cy="3617202"/>
          </a:xfrm>
        </p:spPr>
        <p:txBody>
          <a:bodyPr numCol="1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sun-te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consecearuum</a:t>
            </a:r>
            <a:r>
              <a:rPr lang="de-DE" dirty="0"/>
              <a:t> </a:t>
            </a:r>
            <a:r>
              <a:rPr lang="de-DE" dirty="0" err="1"/>
              <a:t>qext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do-</a:t>
            </a:r>
            <a:r>
              <a:rPr lang="de-DE" dirty="0" err="1"/>
              <a:t>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milluo</a:t>
            </a:r>
            <a:r>
              <a:rPr lang="de-DE" dirty="0"/>
              <a:t>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optur.m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Platzhaltertext.</a:t>
            </a:r>
          </a:p>
        </p:txBody>
      </p:sp>
    </p:spTree>
    <p:extLst>
      <p:ext uri="{BB962C8B-B14F-4D97-AF65-F5344CB8AC3E}">
        <p14:creationId xmlns:p14="http://schemas.microsoft.com/office/powerpoint/2010/main" val="977945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3"/>
            <a:ext cx="9281081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9944" y="2404187"/>
            <a:ext cx="9281081" cy="3617201"/>
          </a:xfrm>
        </p:spPr>
        <p:txBody>
          <a:bodyPr lIns="0" tIns="0" rIns="0" bIns="0" numCol="2" spcCol="216000">
            <a:noAutofit/>
          </a:bodyPr>
          <a:lstStyle>
            <a:lvl1pPr marL="0" indent="0">
              <a:lnSpc>
                <a:spcPct val="125000"/>
              </a:lnSpc>
              <a:spcBef>
                <a:spcPts val="2400"/>
              </a:spcBef>
              <a:buFontTx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179388" indent="-179388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3pPr>
            <a:lvl4pPr marL="360363" indent="-1809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4pPr>
            <a:lvl5pPr marL="268288" indent="-268288">
              <a:buFont typeface="+mj-lt"/>
              <a:buAutoNum type="arabicPeriod"/>
              <a:defRPr sz="1600"/>
            </a:lvl5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endParaRPr lang="de-DE" dirty="0"/>
          </a:p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Standardtext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2"/>
            <a:r>
              <a:rPr lang="de-DE" dirty="0"/>
              <a:t>Aufzählung 1</a:t>
            </a:r>
          </a:p>
          <a:p>
            <a:pPr lvl="3"/>
            <a:r>
              <a:rPr lang="de-DE" dirty="0"/>
              <a:t>Aufzählung 1	</a:t>
            </a:r>
          </a:p>
          <a:p>
            <a:pPr lvl="4"/>
            <a:r>
              <a:rPr lang="de-DE" dirty="0"/>
              <a:t>Nummerierung</a:t>
            </a:r>
          </a:p>
          <a:p>
            <a:pPr lvl="3"/>
            <a:r>
              <a:rPr lang="de-DE" dirty="0"/>
              <a:t>Aufzählung nach Nummerierung</a:t>
            </a:r>
          </a:p>
          <a:p>
            <a:pPr lvl="3"/>
            <a:r>
              <a:rPr lang="de-DE" dirty="0"/>
              <a:t>Aufzählung nach Nummerierung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395000F-8B8A-4BCB-8C8E-D0925EF6464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9ABBD38-B629-8C2C-5AB4-C5EE5FD95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9944" y="1282060"/>
            <a:ext cx="9281081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9792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D109576-6D37-4BD3-B860-AA9CFA02316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2404186"/>
            <a:ext cx="9280005" cy="3617202"/>
          </a:xfrm>
        </p:spPr>
        <p:txBody>
          <a:bodyPr numCol="2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sun-te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consecearuum</a:t>
            </a:r>
            <a:r>
              <a:rPr lang="de-DE" dirty="0"/>
              <a:t> </a:t>
            </a:r>
            <a:r>
              <a:rPr lang="de-DE" dirty="0" err="1"/>
              <a:t>qext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do-</a:t>
            </a:r>
            <a:r>
              <a:rPr lang="de-DE" dirty="0" err="1"/>
              <a:t>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milluo</a:t>
            </a:r>
            <a:r>
              <a:rPr lang="de-DE" dirty="0"/>
              <a:t>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optur.m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Platzhaltertext.</a:t>
            </a:r>
          </a:p>
        </p:txBody>
      </p:sp>
    </p:spTree>
    <p:extLst>
      <p:ext uri="{BB962C8B-B14F-4D97-AF65-F5344CB8AC3E}">
        <p14:creationId xmlns:p14="http://schemas.microsoft.com/office/powerpoint/2010/main" val="1777871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2"/>
            <a:ext cx="9279631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CD5B721-8FE1-44D2-AFDA-14BAC1BCF84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2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2EC97F17-AE05-9E9E-66A2-714E2CB727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774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440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 mit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FD052E-B673-445E-9B32-DBD6E885FAF5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5" y="2404186"/>
            <a:ext cx="4528106" cy="3617202"/>
          </a:xfrm>
        </p:spPr>
        <p:txBody>
          <a:bodyPr numCol="1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opturmo</a:t>
            </a:r>
            <a:r>
              <a:rPr lang="de-DE" dirty="0"/>
              <a:t>.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97FBA20D-1A7B-608C-E7D3-F1B66EBAE1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774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45A5936-0BF5-49FE-D83E-57756915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600" y="802800"/>
            <a:ext cx="9280800" cy="1054800"/>
          </a:xfrm>
        </p:spPr>
        <p:txBody>
          <a:bodyPr anchor="t" anchorCtr="0"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4559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2"/>
            <a:ext cx="4528107" cy="1054033"/>
          </a:xfrm>
        </p:spPr>
        <p:txBody>
          <a:bodyPr anchor="t" anchorCtr="0"/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0BDE43B-8F0E-4D8E-A7BD-67C5634F6E0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1974282"/>
            <a:ext cx="4528106" cy="3617202"/>
          </a:xfrm>
        </p:spPr>
        <p:txBody>
          <a:bodyPr numCol="1" spcCol="216000"/>
          <a:lstStyle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Hier steht eine Zwischenüberschrift</a:t>
            </a:r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Hier steht eine Zwischenüberschrift in zwei Zeilen eine Zwischenüberschrift</a:t>
            </a:r>
          </a:p>
          <a:p>
            <a:pPr lvl="1"/>
            <a:r>
              <a:rPr lang="de-DE" dirty="0"/>
              <a:t>Hier steht Blindtext: 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F7AE3373-5360-E6BD-F78A-0379EE2E71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2919" y="1974282"/>
            <a:ext cx="4528106" cy="3617202"/>
          </a:xfrm>
        </p:spPr>
        <p:txBody>
          <a:bodyPr numCol="1" spcCol="216000"/>
          <a:lstStyle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Hier steht eine Zwischenüberschrift</a:t>
            </a:r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Hier steht eine Zwischenüberschrift in zwei Zeilen eine Zwischenüberschrift</a:t>
            </a:r>
          </a:p>
          <a:p>
            <a:pPr lvl="1"/>
            <a:r>
              <a:rPr lang="de-DE" dirty="0"/>
              <a:t>Hier steht Blindtext: 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3BB0954-5747-B43C-CAAA-67EF973872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2225" y="801688"/>
            <a:ext cx="4528800" cy="10541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000" dirty="0"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79239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8" y="1592826"/>
            <a:ext cx="11160125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436243A-5D10-4824-8D59-CE9368D07A1F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9864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810FBB4-0AC7-4A47-A12F-DA1D22106464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AABAE877-559D-8CF2-955B-9A8D3CE975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3951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581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9631B4-D48A-4E75-9C51-2F3E23130DE8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2622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9631B4-D48A-4E75-9C51-2F3E23130DE8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BD9B87A9-985E-CA01-4F5D-63E74C92C04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5938" y="1592263"/>
            <a:ext cx="5472112" cy="4429125"/>
          </a:xfrm>
          <a:solidFill>
            <a:schemeClr val="tx2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548441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1160125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3951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7487D2-2FB0-4E34-AD54-181B18CD1E87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1592826"/>
            <a:ext cx="4712364" cy="4428562"/>
          </a:xfrm>
        </p:spPr>
        <p:txBody>
          <a:bodyPr numCol="1" spcCol="216000" anchor="ctr" anchorCtr="0"/>
          <a:lstStyle>
            <a:lvl2pPr>
              <a:lnSpc>
                <a:spcPct val="150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5204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9CE9DF3-616C-468D-ADA1-F87E1277A39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B5A48F7-E2B6-5C01-C0FE-744D30AF22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E1B3FC85-1217-5099-EA90-9939C48486E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4033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42A6D9A4-FCBE-D38B-9223-A7A77641F4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033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BD71F378-80A7-A003-9CAC-5955EF10312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12127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4E179B59-979C-C954-761F-F8D9EB72BC4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2127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2830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grafi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55CB45DB-4E40-6DAA-36AE-76160BEC0F84}"/>
              </a:ext>
            </a:extLst>
          </p:cNvPr>
          <p:cNvSpPr/>
          <p:nvPr userDrawn="1"/>
        </p:nvSpPr>
        <p:spPr>
          <a:xfrm rot="19849156">
            <a:off x="-217975" y="2782635"/>
            <a:ext cx="8370574" cy="5191200"/>
          </a:xfrm>
          <a:custGeom>
            <a:avLst/>
            <a:gdLst>
              <a:gd name="csX0" fmla="*/ 8370574 w 8370574"/>
              <a:gd name="csY0" fmla="*/ 0 h 5191200"/>
              <a:gd name="csX1" fmla="*/ 8370574 w 8370574"/>
              <a:gd name="csY1" fmla="*/ 5191200 h 5191200"/>
              <a:gd name="csX2" fmla="*/ 5798233 w 8370574"/>
              <a:gd name="csY2" fmla="*/ 5191200 h 5191200"/>
              <a:gd name="csX3" fmla="*/ 0 w 8370574"/>
              <a:gd name="csY3" fmla="*/ 1953236 h 5191200"/>
              <a:gd name="csX4" fmla="*/ 1090765 w 8370574"/>
              <a:gd name="csY4" fmla="*/ 0 h 51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370574" h="5191200">
                <a:moveTo>
                  <a:pt x="8370574" y="0"/>
                </a:moveTo>
                <a:lnTo>
                  <a:pt x="8370574" y="5191200"/>
                </a:lnTo>
                <a:lnTo>
                  <a:pt x="5798233" y="5191200"/>
                </a:lnTo>
                <a:lnTo>
                  <a:pt x="0" y="1953236"/>
                </a:lnTo>
                <a:lnTo>
                  <a:pt x="1090765" y="0"/>
                </a:lnTo>
                <a:close/>
              </a:path>
            </a:pathLst>
          </a:custGeom>
          <a:gradFill>
            <a:gsLst>
              <a:gs pos="0">
                <a:srgbClr val="934A52"/>
              </a:gs>
              <a:gs pos="100000">
                <a:srgbClr val="974A5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D8314D-6BC0-90C4-7767-C3CF089DE72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48225" y="838690"/>
            <a:ext cx="5191200" cy="5191200"/>
          </a:xfrm>
          <a:prstGeom prst="ellipse">
            <a:avLst/>
          </a:prstGeom>
          <a:solidFill>
            <a:schemeClr val="tx1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0624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grafi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67E79941-48D9-DF87-DDA5-FF0D399F5067}"/>
              </a:ext>
            </a:extLst>
          </p:cNvPr>
          <p:cNvSpPr>
            <a:spLocks/>
          </p:cNvSpPr>
          <p:nvPr userDrawn="1"/>
        </p:nvSpPr>
        <p:spPr bwMode="auto">
          <a:xfrm>
            <a:off x="3325814" y="0"/>
            <a:ext cx="4960936" cy="6858000"/>
          </a:xfrm>
          <a:custGeom>
            <a:avLst/>
            <a:gdLst>
              <a:gd name="csX0" fmla="*/ 3676749 w 4960936"/>
              <a:gd name="csY0" fmla="*/ 0 h 6858000"/>
              <a:gd name="csX1" fmla="*/ 4960936 w 4960936"/>
              <a:gd name="csY1" fmla="*/ 0 h 6858000"/>
              <a:gd name="csX2" fmla="*/ 4960936 w 4960936"/>
              <a:gd name="csY2" fmla="*/ 50187 h 6858000"/>
              <a:gd name="csX3" fmla="*/ 4960936 w 4960936"/>
              <a:gd name="csY3" fmla="*/ 560064 h 6858000"/>
              <a:gd name="csX4" fmla="*/ 4670465 w 4960936"/>
              <a:gd name="csY4" fmla="*/ 1515005 h 6858000"/>
              <a:gd name="csX5" fmla="*/ 4051304 w 4960936"/>
              <a:gd name="csY5" fmla="*/ 2355353 h 6858000"/>
              <a:gd name="csX6" fmla="*/ 1811620 w 4960936"/>
              <a:gd name="csY6" fmla="*/ 4586095 h 6858000"/>
              <a:gd name="csX7" fmla="*/ 1444710 w 4960936"/>
              <a:gd name="csY7" fmla="*/ 5181978 h 6858000"/>
              <a:gd name="csX8" fmla="*/ 1284186 w 4960936"/>
              <a:gd name="csY8" fmla="*/ 5861896 h 6858000"/>
              <a:gd name="csX9" fmla="*/ 1284186 w 4960936"/>
              <a:gd name="csY9" fmla="*/ 6793705 h 6858000"/>
              <a:gd name="csX10" fmla="*/ 1284186 w 4960936"/>
              <a:gd name="csY10" fmla="*/ 6858000 h 6858000"/>
              <a:gd name="csX11" fmla="*/ 0 w 4960936"/>
              <a:gd name="csY11" fmla="*/ 6858000 h 6858000"/>
              <a:gd name="csX12" fmla="*/ 0 w 4960936"/>
              <a:gd name="csY12" fmla="*/ 6751557 h 6858000"/>
              <a:gd name="csX13" fmla="*/ 0 w 4960936"/>
              <a:gd name="csY13" fmla="*/ 5861896 h 6858000"/>
              <a:gd name="csX14" fmla="*/ 259894 w 4960936"/>
              <a:gd name="csY14" fmla="*/ 4693048 h 6858000"/>
              <a:gd name="csX15" fmla="*/ 901988 w 4960936"/>
              <a:gd name="csY15" fmla="*/ 3676991 h 6858000"/>
              <a:gd name="csX16" fmla="*/ 3141671 w 4960936"/>
              <a:gd name="csY16" fmla="*/ 1446249 h 6858000"/>
              <a:gd name="csX17" fmla="*/ 3539158 w 4960936"/>
              <a:gd name="csY17" fmla="*/ 911482 h 6858000"/>
              <a:gd name="csX18" fmla="*/ 3646173 w 4960936"/>
              <a:gd name="csY18" fmla="*/ 659378 h 6858000"/>
              <a:gd name="csX19" fmla="*/ 3669105 w 4960936"/>
              <a:gd name="csY19" fmla="*/ 582982 h 6858000"/>
              <a:gd name="csX20" fmla="*/ 3669105 w 4960936"/>
              <a:gd name="csY20" fmla="*/ 560064 h 6858000"/>
              <a:gd name="csX21" fmla="*/ 3676749 w 4960936"/>
              <a:gd name="csY21" fmla="*/ 560064 h 6858000"/>
              <a:gd name="csX22" fmla="*/ 3676749 w 4960936"/>
              <a:gd name="csY22" fmla="*/ 18612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60936" h="6858000">
                <a:moveTo>
                  <a:pt x="3676749" y="0"/>
                </a:moveTo>
                <a:lnTo>
                  <a:pt x="4960936" y="0"/>
                </a:lnTo>
                <a:lnTo>
                  <a:pt x="4960936" y="50187"/>
                </a:lnTo>
                <a:cubicBezTo>
                  <a:pt x="4960936" y="560064"/>
                  <a:pt x="4960936" y="560064"/>
                  <a:pt x="4960936" y="560064"/>
                </a:cubicBezTo>
                <a:cubicBezTo>
                  <a:pt x="4945648" y="926761"/>
                  <a:pt x="4823345" y="1209424"/>
                  <a:pt x="4670465" y="1515005"/>
                </a:cubicBezTo>
                <a:cubicBezTo>
                  <a:pt x="4509942" y="1812946"/>
                  <a:pt x="4303555" y="2103249"/>
                  <a:pt x="4051304" y="2355353"/>
                </a:cubicBezTo>
                <a:cubicBezTo>
                  <a:pt x="1811620" y="4586095"/>
                  <a:pt x="1811620" y="4586095"/>
                  <a:pt x="1811620" y="4586095"/>
                </a:cubicBezTo>
                <a:cubicBezTo>
                  <a:pt x="1696962" y="4700688"/>
                  <a:pt x="1544082" y="4929873"/>
                  <a:pt x="1444710" y="5181978"/>
                </a:cubicBezTo>
                <a:cubicBezTo>
                  <a:pt x="1337695" y="5434082"/>
                  <a:pt x="1284186" y="5701466"/>
                  <a:pt x="1284186" y="5861896"/>
                </a:cubicBezTo>
                <a:cubicBezTo>
                  <a:pt x="1284186" y="6203526"/>
                  <a:pt x="1284186" y="6513128"/>
                  <a:pt x="1284186" y="6793705"/>
                </a:cubicBezTo>
                <a:lnTo>
                  <a:pt x="1284186" y="6858000"/>
                </a:lnTo>
                <a:lnTo>
                  <a:pt x="0" y="6858000"/>
                </a:lnTo>
                <a:lnTo>
                  <a:pt x="0" y="6751557"/>
                </a:lnTo>
                <a:cubicBezTo>
                  <a:pt x="0" y="5861896"/>
                  <a:pt x="0" y="5861896"/>
                  <a:pt x="0" y="5861896"/>
                </a:cubicBezTo>
                <a:cubicBezTo>
                  <a:pt x="0" y="5464640"/>
                  <a:pt x="107015" y="5067385"/>
                  <a:pt x="259894" y="4693048"/>
                </a:cubicBezTo>
                <a:cubicBezTo>
                  <a:pt x="412774" y="4311072"/>
                  <a:pt x="626805" y="3959654"/>
                  <a:pt x="901988" y="3676991"/>
                </a:cubicBezTo>
                <a:cubicBezTo>
                  <a:pt x="3141671" y="1446249"/>
                  <a:pt x="3141671" y="1446249"/>
                  <a:pt x="3141671" y="1446249"/>
                </a:cubicBezTo>
                <a:cubicBezTo>
                  <a:pt x="3286907" y="1301098"/>
                  <a:pt x="3439786" y="1094831"/>
                  <a:pt x="3539158" y="911482"/>
                </a:cubicBezTo>
                <a:cubicBezTo>
                  <a:pt x="3592665" y="812168"/>
                  <a:pt x="3623241" y="728133"/>
                  <a:pt x="3646173" y="659378"/>
                </a:cubicBezTo>
                <a:cubicBezTo>
                  <a:pt x="3661461" y="628820"/>
                  <a:pt x="3669105" y="598262"/>
                  <a:pt x="3669105" y="582982"/>
                </a:cubicBezTo>
                <a:cubicBezTo>
                  <a:pt x="3669105" y="575343"/>
                  <a:pt x="3669105" y="567703"/>
                  <a:pt x="3669105" y="560064"/>
                </a:cubicBezTo>
                <a:cubicBezTo>
                  <a:pt x="3676749" y="560064"/>
                  <a:pt x="3676749" y="560064"/>
                  <a:pt x="3676749" y="560064"/>
                </a:cubicBezTo>
                <a:cubicBezTo>
                  <a:pt x="3676749" y="250663"/>
                  <a:pt x="3676749" y="95963"/>
                  <a:pt x="3676749" y="18612"/>
                </a:cubicBezTo>
                <a:close/>
              </a:path>
            </a:pathLst>
          </a:custGeom>
          <a:gradFill>
            <a:gsLst>
              <a:gs pos="0">
                <a:srgbClr val="5A4254">
                  <a:alpha val="80000"/>
                </a:srgbClr>
              </a:gs>
              <a:gs pos="100000">
                <a:schemeClr val="accent2">
                  <a:alpha val="80000"/>
                </a:schemeClr>
              </a:gs>
            </a:gsLst>
            <a:lin ang="162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8241A24-F760-6563-F65B-1BB36C3F5106}"/>
              </a:ext>
            </a:extLst>
          </p:cNvPr>
          <p:cNvSpPr/>
          <p:nvPr userDrawn="1"/>
        </p:nvSpPr>
        <p:spPr>
          <a:xfrm>
            <a:off x="5510537" y="1998477"/>
            <a:ext cx="1299043" cy="1299043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B52FC106-1F83-4C69-4492-D4CAE67F5B99}"/>
              </a:ext>
            </a:extLst>
          </p:cNvPr>
          <p:cNvSpPr/>
          <p:nvPr userDrawn="1"/>
        </p:nvSpPr>
        <p:spPr>
          <a:xfrm>
            <a:off x="3325814" y="5988903"/>
            <a:ext cx="1299043" cy="869097"/>
          </a:xfrm>
          <a:custGeom>
            <a:avLst/>
            <a:gdLst>
              <a:gd name="csX0" fmla="*/ 649522 w 1299043"/>
              <a:gd name="csY0" fmla="*/ 0 h 869097"/>
              <a:gd name="csX1" fmla="*/ 1299043 w 1299043"/>
              <a:gd name="csY1" fmla="*/ 649522 h 869097"/>
              <a:gd name="csX2" fmla="*/ 1285847 w 1299043"/>
              <a:gd name="csY2" fmla="*/ 780424 h 869097"/>
              <a:gd name="csX3" fmla="*/ 1258322 w 1299043"/>
              <a:gd name="csY3" fmla="*/ 869097 h 869097"/>
              <a:gd name="csX4" fmla="*/ 40721 w 1299043"/>
              <a:gd name="csY4" fmla="*/ 869097 h 869097"/>
              <a:gd name="csX5" fmla="*/ 13196 w 1299043"/>
              <a:gd name="csY5" fmla="*/ 780424 h 869097"/>
              <a:gd name="csX6" fmla="*/ 0 w 1299043"/>
              <a:gd name="csY6" fmla="*/ 649522 h 869097"/>
              <a:gd name="csX7" fmla="*/ 649522 w 1299043"/>
              <a:gd name="csY7" fmla="*/ 0 h 869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99043" h="869097">
                <a:moveTo>
                  <a:pt x="649522" y="0"/>
                </a:moveTo>
                <a:cubicBezTo>
                  <a:pt x="1008243" y="0"/>
                  <a:pt x="1299043" y="290801"/>
                  <a:pt x="1299043" y="649522"/>
                </a:cubicBezTo>
                <a:cubicBezTo>
                  <a:pt x="1299043" y="694362"/>
                  <a:pt x="1294500" y="738141"/>
                  <a:pt x="1285847" y="780424"/>
                </a:cubicBezTo>
                <a:lnTo>
                  <a:pt x="1258322" y="869097"/>
                </a:lnTo>
                <a:lnTo>
                  <a:pt x="40721" y="869097"/>
                </a:lnTo>
                <a:lnTo>
                  <a:pt x="13196" y="780424"/>
                </a:lnTo>
                <a:cubicBezTo>
                  <a:pt x="4543" y="738141"/>
                  <a:pt x="0" y="694362"/>
                  <a:pt x="0" y="649522"/>
                </a:cubicBezTo>
                <a:cubicBezTo>
                  <a:pt x="0" y="290801"/>
                  <a:pt x="290801" y="0"/>
                  <a:pt x="649522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9A92E1-FE2D-22C4-DB3A-92FA7AD312FA}"/>
              </a:ext>
            </a:extLst>
          </p:cNvPr>
          <p:cNvSpPr>
            <a:spLocks noGrp="1"/>
          </p:cNvSpPr>
          <p:nvPr userDrawn="1">
            <p:ph type="dt" sz="half" idx="16"/>
          </p:nvPr>
        </p:nvSpPr>
        <p:spPr/>
        <p:txBody>
          <a:bodyPr/>
          <a:lstStyle/>
          <a:p>
            <a:fld id="{AEB70D4E-A070-4E42-9F21-1515C6EB2913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16C969-57E8-667D-7C21-7A611E1ECCAA}"/>
              </a:ext>
            </a:extLst>
          </p:cNvPr>
          <p:cNvSpPr>
            <a:spLocks noGrp="1"/>
          </p:cNvSpPr>
          <p:nvPr userDrawn="1">
            <p:ph type="ftr" sz="quarter" idx="17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2D7720-D7E3-B474-B472-A29FF8C21D40}"/>
              </a:ext>
            </a:extLst>
          </p:cNvPr>
          <p:cNvSpPr>
            <a:spLocks noGrp="1"/>
          </p:cNvSpPr>
          <p:nvPr userDrawn="1">
            <p:ph type="sldNum" sz="quarter" idx="18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0">
            <a:extLst>
              <a:ext uri="{FF2B5EF4-FFF2-40B4-BE49-F238E27FC236}">
                <a16:creationId xmlns:a16="http://schemas.microsoft.com/office/drawing/2014/main" id="{7452033D-0F00-9EAE-2E55-B87272BE677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203951" y="4007978"/>
            <a:ext cx="4535998" cy="2013410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D8314D-6BC0-90C4-7767-C3CF089DE728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509977" y="1681827"/>
            <a:ext cx="3942382" cy="3942380"/>
          </a:xfrm>
          <a:prstGeom prst="ellipse">
            <a:avLst/>
          </a:prstGeom>
          <a:solidFill>
            <a:schemeClr val="tx1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2924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1412F-EB91-1303-F4E1-252872C4A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739" y="3158269"/>
            <a:ext cx="10222285" cy="162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03E92B-F13A-C444-1864-AEC0E5AFE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78" y="4839174"/>
            <a:ext cx="10222285" cy="108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4A1076B-94BA-4D33-879A-5B3099A828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5665" y="511774"/>
            <a:ext cx="2501993" cy="60728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B8BEBBE-3A7C-DC84-1800-5E10D13C24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31400" y="1239464"/>
            <a:ext cx="1800000" cy="574675"/>
          </a:xfrm>
        </p:spPr>
        <p:txBody>
          <a:bodyPr lIns="0" tIns="0" rIns="0" bIns="0"/>
          <a:lstStyle>
            <a:lvl1pPr algn="l">
              <a:lnSpc>
                <a:spcPct val="114000"/>
              </a:lnSpc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Name Nachname</a:t>
            </a:r>
          </a:p>
          <a:p>
            <a:pPr lvl="0"/>
            <a:r>
              <a:rPr lang="de-DE" dirty="0"/>
              <a:t>Ort, Datum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28655756-C672-2479-53D7-772F8F07762E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709613"/>
            <a:ext cx="12192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1027" name="Gruppieren 1026">
            <a:extLst>
              <a:ext uri="{FF2B5EF4-FFF2-40B4-BE49-F238E27FC236}">
                <a16:creationId xmlns:a16="http://schemas.microsoft.com/office/drawing/2014/main" id="{40D2BA2D-6FAA-A732-5F0C-C0E3BDB45199}"/>
              </a:ext>
            </a:extLst>
          </p:cNvPr>
          <p:cNvGrpSpPr/>
          <p:nvPr userDrawn="1"/>
        </p:nvGrpSpPr>
        <p:grpSpPr>
          <a:xfrm>
            <a:off x="0" y="709613"/>
            <a:ext cx="12192000" cy="1600200"/>
            <a:chOff x="0" y="709613"/>
            <a:chExt cx="12192000" cy="1600200"/>
          </a:xfrm>
        </p:grpSpPr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5592C400-368D-87B5-0F89-0A5B66223C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709613"/>
              <a:ext cx="12192000" cy="1600200"/>
            </a:xfrm>
            <a:custGeom>
              <a:avLst/>
              <a:gdLst>
                <a:gd name="T0" fmla="*/ 1600 w 1600"/>
                <a:gd name="T1" fmla="*/ 32 h 209"/>
                <a:gd name="T2" fmla="*/ 771 w 1600"/>
                <a:gd name="T3" fmla="*/ 32 h 209"/>
                <a:gd name="T4" fmla="*/ 699 w 1600"/>
                <a:gd name="T5" fmla="*/ 62 h 209"/>
                <a:gd name="T6" fmla="*/ 592 w 1600"/>
                <a:gd name="T7" fmla="*/ 170 h 209"/>
                <a:gd name="T8" fmla="*/ 497 w 1600"/>
                <a:gd name="T9" fmla="*/ 209 h 209"/>
                <a:gd name="T10" fmla="*/ 0 w 1600"/>
                <a:gd name="T11" fmla="*/ 209 h 209"/>
                <a:gd name="T12" fmla="*/ 0 w 1600"/>
                <a:gd name="T13" fmla="*/ 177 h 209"/>
                <a:gd name="T14" fmla="*/ 497 w 1600"/>
                <a:gd name="T15" fmla="*/ 177 h 209"/>
                <a:gd name="T16" fmla="*/ 569 w 1600"/>
                <a:gd name="T17" fmla="*/ 147 h 209"/>
                <a:gd name="T18" fmla="*/ 677 w 1600"/>
                <a:gd name="T19" fmla="*/ 39 h 209"/>
                <a:gd name="T20" fmla="*/ 771 w 1600"/>
                <a:gd name="T21" fmla="*/ 0 h 209"/>
                <a:gd name="T22" fmla="*/ 1600 w 1600"/>
                <a:gd name="T23" fmla="*/ 0 h 209"/>
                <a:gd name="T24" fmla="*/ 1600 w 1600"/>
                <a:gd name="T25" fmla="*/ 3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00" h="209">
                  <a:moveTo>
                    <a:pt x="1600" y="32"/>
                  </a:moveTo>
                  <a:cubicBezTo>
                    <a:pt x="771" y="32"/>
                    <a:pt x="771" y="32"/>
                    <a:pt x="771" y="32"/>
                  </a:cubicBezTo>
                  <a:cubicBezTo>
                    <a:pt x="750" y="32"/>
                    <a:pt x="714" y="47"/>
                    <a:pt x="699" y="62"/>
                  </a:cubicBezTo>
                  <a:cubicBezTo>
                    <a:pt x="592" y="170"/>
                    <a:pt x="592" y="170"/>
                    <a:pt x="592" y="170"/>
                  </a:cubicBezTo>
                  <a:cubicBezTo>
                    <a:pt x="568" y="192"/>
                    <a:pt x="530" y="208"/>
                    <a:pt x="497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497" y="177"/>
                    <a:pt x="497" y="177"/>
                    <a:pt x="497" y="177"/>
                  </a:cubicBezTo>
                  <a:cubicBezTo>
                    <a:pt x="519" y="177"/>
                    <a:pt x="555" y="162"/>
                    <a:pt x="569" y="147"/>
                  </a:cubicBezTo>
                  <a:cubicBezTo>
                    <a:pt x="677" y="39"/>
                    <a:pt x="677" y="39"/>
                    <a:pt x="677" y="39"/>
                  </a:cubicBezTo>
                  <a:cubicBezTo>
                    <a:pt x="700" y="17"/>
                    <a:pt x="739" y="1"/>
                    <a:pt x="771" y="0"/>
                  </a:cubicBezTo>
                  <a:cubicBezTo>
                    <a:pt x="1600" y="0"/>
                    <a:pt x="1600" y="0"/>
                    <a:pt x="1600" y="0"/>
                  </a:cubicBezTo>
                  <a:lnTo>
                    <a:pt x="1600" y="3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80000"/>
                  </a:schemeClr>
                </a:gs>
                <a:gs pos="100000">
                  <a:schemeClr val="accent2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4" name="Oval 377">
              <a:extLst>
                <a:ext uri="{FF2B5EF4-FFF2-40B4-BE49-F238E27FC236}">
                  <a16:creationId xmlns:a16="http://schemas.microsoft.com/office/drawing/2014/main" id="{F6956B20-89F8-686A-0F4B-0209B6B09C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704423" y="709613"/>
              <a:ext cx="252000" cy="2500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5" name="Oval 377">
              <a:extLst>
                <a:ext uri="{FF2B5EF4-FFF2-40B4-BE49-F238E27FC236}">
                  <a16:creationId xmlns:a16="http://schemas.microsoft.com/office/drawing/2014/main" id="{E1339091-486B-0BEA-734B-46EC3A73CDF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112125" y="709613"/>
              <a:ext cx="252000" cy="250079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6" name="Oval 377">
              <a:extLst>
                <a:ext uri="{FF2B5EF4-FFF2-40B4-BE49-F238E27FC236}">
                  <a16:creationId xmlns:a16="http://schemas.microsoft.com/office/drawing/2014/main" id="{E8331539-A9AB-9DB3-4822-EBAF9ABB53E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900899" y="2059734"/>
              <a:ext cx="252000" cy="250079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3044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nummerier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 marL="714375" indent="-714375">
              <a:buFont typeface="+mj-lt"/>
              <a:buAutoNum type="arabicPeriod"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505335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9219052 w 12169775"/>
                <a:gd name="csY14" fmla="*/ 774300 h 2349501"/>
                <a:gd name="csX15" fmla="*/ 9219052 w 12169775"/>
                <a:gd name="csY15" fmla="*/ 778271 h 2349501"/>
                <a:gd name="csX16" fmla="*/ 9628763 w 12169775"/>
                <a:gd name="csY16" fmla="*/ 778271 h 2349501"/>
                <a:gd name="csX17" fmla="*/ 10029794 w 12169775"/>
                <a:gd name="csY17" fmla="*/ 751195 h 2349501"/>
                <a:gd name="csX18" fmla="*/ 10839330 w 12169775"/>
                <a:gd name="csY18" fmla="*/ 574054 h 2349501"/>
                <a:gd name="csX19" fmla="*/ 12078070 w 12169775"/>
                <a:gd name="csY19" fmla="*/ 51847 h 2349501"/>
                <a:gd name="csX20" fmla="*/ 12169775 w 12169775"/>
                <a:gd name="csY20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0">
                  <a:srgbClr val="F5D6D6"/>
                </a:gs>
                <a:gs pos="100000">
                  <a:srgbClr val="F2AFAE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0358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nummerier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 marL="714375" indent="-714375">
              <a:buFont typeface="+mj-lt"/>
              <a:buAutoNum type="arabicPeriod"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AFFE620-1C51-EC68-45B2-B9CB2F7267B4}"/>
              </a:ext>
            </a:extLst>
          </p:cNvPr>
          <p:cNvGrpSpPr/>
          <p:nvPr userDrawn="1"/>
        </p:nvGrpSpPr>
        <p:grpSpPr>
          <a:xfrm>
            <a:off x="1" y="2096345"/>
            <a:ext cx="12194845" cy="4761656"/>
            <a:chOff x="1" y="2096345"/>
            <a:chExt cx="12194845" cy="4761656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2509C2DB-3776-1E9A-35ED-676B0D8083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2096345"/>
              <a:ext cx="12194845" cy="4761655"/>
            </a:xfrm>
            <a:custGeom>
              <a:avLst/>
              <a:gdLst>
                <a:gd name="csX0" fmla="*/ 12194845 w 12194845"/>
                <a:gd name="csY0" fmla="*/ 0 h 4761655"/>
                <a:gd name="csX1" fmla="*/ 12194287 w 12194845"/>
                <a:gd name="csY1" fmla="*/ 3050463 h 4761655"/>
                <a:gd name="csX2" fmla="*/ 10017031 w 12194845"/>
                <a:gd name="csY2" fmla="*/ 4124117 h 4761655"/>
                <a:gd name="csX3" fmla="*/ 8146799 w 12194845"/>
                <a:gd name="csY3" fmla="*/ 4649586 h 4761655"/>
                <a:gd name="csX4" fmla="*/ 6807365 w 12194845"/>
                <a:gd name="csY4" fmla="*/ 4761655 h 4761655"/>
                <a:gd name="csX5" fmla="*/ 6191597 w 12194845"/>
                <a:gd name="csY5" fmla="*/ 4761655 h 4761655"/>
                <a:gd name="csX6" fmla="*/ 4906739 w 12194845"/>
                <a:gd name="csY6" fmla="*/ 4761655 h 4761655"/>
                <a:gd name="csX7" fmla="*/ 4802181 w 12194845"/>
                <a:gd name="csY7" fmla="*/ 4761655 h 4761655"/>
                <a:gd name="csX8" fmla="*/ 0 w 12194845"/>
                <a:gd name="csY8" fmla="*/ 4761655 h 4761655"/>
                <a:gd name="csX9" fmla="*/ 0 w 12194845"/>
                <a:gd name="csY9" fmla="*/ 2394235 h 4761655"/>
                <a:gd name="csX10" fmla="*/ 6191597 w 12194845"/>
                <a:gd name="csY10" fmla="*/ 2394235 h 4761655"/>
                <a:gd name="csX11" fmla="*/ 6191597 w 12194845"/>
                <a:gd name="csY11" fmla="*/ 2400203 h 4761655"/>
                <a:gd name="csX12" fmla="*/ 6807365 w 12194845"/>
                <a:gd name="csY12" fmla="*/ 2400203 h 4761655"/>
                <a:gd name="csX13" fmla="*/ 7410087 w 12194845"/>
                <a:gd name="csY13" fmla="*/ 2359510 h 4761655"/>
                <a:gd name="csX14" fmla="*/ 8626764 w 12194845"/>
                <a:gd name="csY14" fmla="*/ 2093279 h 4761655"/>
                <a:gd name="csX15" fmla="*/ 10488507 w 12194845"/>
                <a:gd name="csY15" fmla="*/ 1308438 h 4761655"/>
                <a:gd name="csX16" fmla="*/ 12194845 w 12194845"/>
                <a:gd name="csY16" fmla="*/ 0 h 4761655"/>
                <a:gd name="csX0" fmla="*/ 12194845 w 12194845"/>
                <a:gd name="csY0" fmla="*/ 0 h 4761655"/>
                <a:gd name="csX1" fmla="*/ 12194287 w 12194845"/>
                <a:gd name="csY1" fmla="*/ 3050463 h 4761655"/>
                <a:gd name="csX2" fmla="*/ 10017031 w 12194845"/>
                <a:gd name="csY2" fmla="*/ 4124117 h 4761655"/>
                <a:gd name="csX3" fmla="*/ 8146799 w 12194845"/>
                <a:gd name="csY3" fmla="*/ 4649586 h 4761655"/>
                <a:gd name="csX4" fmla="*/ 6807365 w 12194845"/>
                <a:gd name="csY4" fmla="*/ 4761655 h 4761655"/>
                <a:gd name="csX5" fmla="*/ 6191597 w 12194845"/>
                <a:gd name="csY5" fmla="*/ 4761655 h 4761655"/>
                <a:gd name="csX6" fmla="*/ 4906739 w 12194845"/>
                <a:gd name="csY6" fmla="*/ 4761655 h 4761655"/>
                <a:gd name="csX7" fmla="*/ 4802181 w 12194845"/>
                <a:gd name="csY7" fmla="*/ 4761655 h 4761655"/>
                <a:gd name="csX8" fmla="*/ 0 w 12194845"/>
                <a:gd name="csY8" fmla="*/ 4761655 h 4761655"/>
                <a:gd name="csX9" fmla="*/ 0 w 12194845"/>
                <a:gd name="csY9" fmla="*/ 2394235 h 4761655"/>
                <a:gd name="csX10" fmla="*/ 6191597 w 12194845"/>
                <a:gd name="csY10" fmla="*/ 2394235 h 4761655"/>
                <a:gd name="csX11" fmla="*/ 6807365 w 12194845"/>
                <a:gd name="csY11" fmla="*/ 2400203 h 4761655"/>
                <a:gd name="csX12" fmla="*/ 7410087 w 12194845"/>
                <a:gd name="csY12" fmla="*/ 2359510 h 4761655"/>
                <a:gd name="csX13" fmla="*/ 8626764 w 12194845"/>
                <a:gd name="csY13" fmla="*/ 2093279 h 4761655"/>
                <a:gd name="csX14" fmla="*/ 10488507 w 12194845"/>
                <a:gd name="csY14" fmla="*/ 1308438 h 4761655"/>
                <a:gd name="csX15" fmla="*/ 12194845 w 12194845"/>
                <a:gd name="csY15" fmla="*/ 0 h 4761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194845" h="4761655">
                  <a:moveTo>
                    <a:pt x="12194845" y="0"/>
                  </a:moveTo>
                  <a:cubicBezTo>
                    <a:pt x="12194845" y="879358"/>
                    <a:pt x="12194287" y="2171106"/>
                    <a:pt x="12194287" y="3050463"/>
                  </a:cubicBezTo>
                  <a:cubicBezTo>
                    <a:pt x="11481963" y="3524957"/>
                    <a:pt x="10691613" y="3857596"/>
                    <a:pt x="10017031" y="4124117"/>
                  </a:cubicBezTo>
                  <a:cubicBezTo>
                    <a:pt x="9342449" y="4390638"/>
                    <a:pt x="8681743" y="4543330"/>
                    <a:pt x="8146799" y="4649586"/>
                  </a:cubicBezTo>
                  <a:cubicBezTo>
                    <a:pt x="7611854" y="4755842"/>
                    <a:pt x="7196218" y="4761222"/>
                    <a:pt x="6807365" y="4761655"/>
                  </a:cubicBezTo>
                  <a:lnTo>
                    <a:pt x="6191597" y="4761655"/>
                  </a:lnTo>
                  <a:lnTo>
                    <a:pt x="4906739" y="4761655"/>
                  </a:lnTo>
                  <a:lnTo>
                    <a:pt x="4802181" y="4761655"/>
                  </a:lnTo>
                  <a:lnTo>
                    <a:pt x="0" y="4761655"/>
                  </a:lnTo>
                  <a:lnTo>
                    <a:pt x="0" y="2394235"/>
                  </a:lnTo>
                  <a:lnTo>
                    <a:pt x="6191597" y="2394235"/>
                  </a:lnTo>
                  <a:lnTo>
                    <a:pt x="6807365" y="2400203"/>
                  </a:lnTo>
                  <a:cubicBezTo>
                    <a:pt x="6990990" y="2400203"/>
                    <a:pt x="7194490" y="2386784"/>
                    <a:pt x="7410087" y="2359510"/>
                  </a:cubicBezTo>
                  <a:cubicBezTo>
                    <a:pt x="7788139" y="2311891"/>
                    <a:pt x="8203779" y="2220983"/>
                    <a:pt x="8626764" y="2093279"/>
                  </a:cubicBezTo>
                  <a:cubicBezTo>
                    <a:pt x="9261459" y="1902371"/>
                    <a:pt x="9912139" y="1627914"/>
                    <a:pt x="10488507" y="1308438"/>
                  </a:cubicBezTo>
                  <a:cubicBezTo>
                    <a:pt x="11538037" y="753730"/>
                    <a:pt x="12149479" y="26407"/>
                    <a:pt x="12194845" y="0"/>
                  </a:cubicBezTo>
                  <a:close/>
                </a:path>
              </a:pathLst>
            </a:custGeom>
            <a:gradFill>
              <a:gsLst>
                <a:gs pos="0">
                  <a:srgbClr val="F2AFAE"/>
                </a:gs>
                <a:gs pos="100000">
                  <a:srgbClr val="F5D6D6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1109990" y="4490581"/>
              <a:ext cx="2367420" cy="236742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359528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2FB70903-2FBE-E652-E2F8-12F105F00144}"/>
              </a:ext>
            </a:extLst>
          </p:cNvPr>
          <p:cNvSpPr/>
          <p:nvPr userDrawn="1"/>
        </p:nvSpPr>
        <p:spPr>
          <a:xfrm rot="19849156">
            <a:off x="-217975" y="2782635"/>
            <a:ext cx="8370574" cy="5191200"/>
          </a:xfrm>
          <a:custGeom>
            <a:avLst/>
            <a:gdLst>
              <a:gd name="csX0" fmla="*/ 8370574 w 8370574"/>
              <a:gd name="csY0" fmla="*/ 0 h 5191200"/>
              <a:gd name="csX1" fmla="*/ 8370574 w 8370574"/>
              <a:gd name="csY1" fmla="*/ 5191200 h 5191200"/>
              <a:gd name="csX2" fmla="*/ 5798233 w 8370574"/>
              <a:gd name="csY2" fmla="*/ 5191200 h 5191200"/>
              <a:gd name="csX3" fmla="*/ 0 w 8370574"/>
              <a:gd name="csY3" fmla="*/ 1953236 h 5191200"/>
              <a:gd name="csX4" fmla="*/ 1090765 w 8370574"/>
              <a:gd name="csY4" fmla="*/ 0 h 51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370574" h="5191200">
                <a:moveTo>
                  <a:pt x="8370574" y="0"/>
                </a:moveTo>
                <a:lnTo>
                  <a:pt x="8370574" y="5191200"/>
                </a:lnTo>
                <a:lnTo>
                  <a:pt x="5798233" y="5191200"/>
                </a:lnTo>
                <a:lnTo>
                  <a:pt x="0" y="1953236"/>
                </a:lnTo>
                <a:lnTo>
                  <a:pt x="1090765" y="0"/>
                </a:lnTo>
                <a:close/>
              </a:path>
            </a:pathLst>
          </a:custGeom>
          <a:gradFill>
            <a:gsLst>
              <a:gs pos="0">
                <a:srgbClr val="DD8484"/>
              </a:gs>
              <a:gs pos="100000">
                <a:srgbClr val="DF84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1BC0DFB-5BB9-3C91-8D39-A2495C5EEF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8225" y="838690"/>
            <a:ext cx="5191200" cy="51912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>
              <a:defRPr lang="de-DE" sz="1800" dirty="0" smtClean="0">
                <a:solidFill>
                  <a:schemeClr val="lt1"/>
                </a:solidFill>
              </a:defRPr>
            </a:lvl2pPr>
            <a:lvl3pPr>
              <a:defRPr lang="de-DE" sz="1800" dirty="0" smtClean="0">
                <a:solidFill>
                  <a:schemeClr val="lt1"/>
                </a:solidFill>
              </a:defRPr>
            </a:lvl3pPr>
            <a:lvl4pPr>
              <a:defRPr lang="de-DE" sz="1800" dirty="0" smtClean="0">
                <a:solidFill>
                  <a:schemeClr val="lt1"/>
                </a:solidFill>
              </a:defRPr>
            </a:lvl4pPr>
            <a:lvl5pPr>
              <a:defRPr lang="de-DE" sz="1800" dirty="0">
                <a:solidFill>
                  <a:schemeClr val="lt1"/>
                </a:solidFill>
              </a:defRPr>
            </a:lvl5pPr>
          </a:lstStyle>
          <a:p>
            <a:pPr lvl="0"/>
            <a:r>
              <a:rPr lang="de-DE" dirty="0"/>
              <a:t>Hier könnte ein Statement stehen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31277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>
              <a:buFont typeface="+mj-lt"/>
              <a:buNone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505335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259877" y="774300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100000">
                  <a:srgbClr val="F2AFAE"/>
                </a:gs>
                <a:gs pos="0">
                  <a:srgbClr val="F5D6D6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84555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>
              <a:buFont typeface="+mj-lt"/>
              <a:buNone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8FBC8CA9-F46B-25DA-5874-8EB1F259BA1B}"/>
              </a:ext>
            </a:extLst>
          </p:cNvPr>
          <p:cNvSpPr>
            <a:spLocks/>
          </p:cNvSpPr>
          <p:nvPr userDrawn="1"/>
        </p:nvSpPr>
        <p:spPr bwMode="auto">
          <a:xfrm>
            <a:off x="0" y="4279635"/>
            <a:ext cx="12192000" cy="1575201"/>
          </a:xfrm>
          <a:custGeom>
            <a:avLst/>
            <a:gdLst>
              <a:gd name="csX0" fmla="*/ 363672 w 12169774"/>
              <a:gd name="csY0" fmla="*/ 0 h 1575201"/>
              <a:gd name="csX1" fmla="*/ 12169774 w 12169774"/>
              <a:gd name="csY1" fmla="*/ 0 h 1575201"/>
              <a:gd name="csX2" fmla="*/ 12169774 w 12169774"/>
              <a:gd name="csY2" fmla="*/ 1575201 h 1575201"/>
              <a:gd name="csX3" fmla="*/ 11704778 w 12169774"/>
              <a:gd name="csY3" fmla="*/ 1575201 h 1575201"/>
              <a:gd name="csX4" fmla="*/ 11607424 w 12169774"/>
              <a:gd name="csY4" fmla="*/ 1575201 h 1575201"/>
              <a:gd name="csX5" fmla="*/ 1855789 w 12169774"/>
              <a:gd name="csY5" fmla="*/ 1575201 h 1575201"/>
              <a:gd name="csX6" fmla="*/ 1758031 w 12169774"/>
              <a:gd name="csY6" fmla="*/ 1575201 h 1575201"/>
              <a:gd name="csX7" fmla="*/ 363672 w 12169774"/>
              <a:gd name="csY7" fmla="*/ 1575201 h 1575201"/>
              <a:gd name="csX8" fmla="*/ 0 w 12169774"/>
              <a:gd name="csY8" fmla="*/ 1575201 h 1575201"/>
              <a:gd name="csX9" fmla="*/ 0 w 12169774"/>
              <a:gd name="csY9" fmla="*/ 3971 h 1575201"/>
              <a:gd name="csX10" fmla="*/ 363672 w 12169774"/>
              <a:gd name="csY10" fmla="*/ 3971 h 1575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169774" h="1575201">
                <a:moveTo>
                  <a:pt x="363672" y="0"/>
                </a:moveTo>
                <a:lnTo>
                  <a:pt x="12169774" y="0"/>
                </a:lnTo>
                <a:lnTo>
                  <a:pt x="12169774" y="1575201"/>
                </a:lnTo>
                <a:lnTo>
                  <a:pt x="11704778" y="1575201"/>
                </a:lnTo>
                <a:lnTo>
                  <a:pt x="11607424" y="1575201"/>
                </a:lnTo>
                <a:lnTo>
                  <a:pt x="1855789" y="1575201"/>
                </a:lnTo>
                <a:lnTo>
                  <a:pt x="1758031" y="1575201"/>
                </a:lnTo>
                <a:lnTo>
                  <a:pt x="363672" y="1575201"/>
                </a:lnTo>
                <a:lnTo>
                  <a:pt x="0" y="1575201"/>
                </a:lnTo>
                <a:lnTo>
                  <a:pt x="0" y="3971"/>
                </a:lnTo>
                <a:lnTo>
                  <a:pt x="363672" y="3971"/>
                </a:lnTo>
                <a:close/>
              </a:path>
            </a:pathLst>
          </a:custGeom>
          <a:gradFill>
            <a:gsLst>
              <a:gs pos="0">
                <a:srgbClr val="F2AFAE"/>
              </a:gs>
              <a:gs pos="100000">
                <a:srgbClr val="F5D6D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8DE817BD-B2EB-582F-5C23-57EF9513786E}"/>
              </a:ext>
            </a:extLst>
          </p:cNvPr>
          <p:cNvSpPr/>
          <p:nvPr userDrawn="1"/>
        </p:nvSpPr>
        <p:spPr>
          <a:xfrm>
            <a:off x="4475096" y="4279635"/>
            <a:ext cx="1575201" cy="1575201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8B14F680-8588-0AD0-D3EC-C6BE0340BC1E}"/>
              </a:ext>
            </a:extLst>
          </p:cNvPr>
          <p:cNvSpPr/>
          <p:nvPr userDrawn="1"/>
        </p:nvSpPr>
        <p:spPr>
          <a:xfrm>
            <a:off x="11521562" y="4291446"/>
            <a:ext cx="670438" cy="1551580"/>
          </a:xfrm>
          <a:custGeom>
            <a:avLst/>
            <a:gdLst>
              <a:gd name="csX0" fmla="*/ 670438 w 670438"/>
              <a:gd name="csY0" fmla="*/ 0 h 1551580"/>
              <a:gd name="csX1" fmla="*/ 670438 w 670438"/>
              <a:gd name="csY1" fmla="*/ 1551580 h 1551580"/>
              <a:gd name="csX2" fmla="*/ 628872 w 670438"/>
              <a:gd name="csY2" fmla="*/ 1547390 h 1551580"/>
              <a:gd name="csX3" fmla="*/ 0 w 670438"/>
              <a:gd name="csY3" fmla="*/ 775790 h 1551580"/>
              <a:gd name="csX4" fmla="*/ 628872 w 670438"/>
              <a:gd name="csY4" fmla="*/ 4191 h 1551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0438" h="1551580">
                <a:moveTo>
                  <a:pt x="670438" y="0"/>
                </a:moveTo>
                <a:lnTo>
                  <a:pt x="670438" y="1551580"/>
                </a:lnTo>
                <a:lnTo>
                  <a:pt x="628872" y="1547390"/>
                </a:lnTo>
                <a:cubicBezTo>
                  <a:pt x="269976" y="1473949"/>
                  <a:pt x="0" y="1156398"/>
                  <a:pt x="0" y="775790"/>
                </a:cubicBezTo>
                <a:cubicBezTo>
                  <a:pt x="0" y="395183"/>
                  <a:pt x="269976" y="77631"/>
                  <a:pt x="628872" y="4191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8154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ind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49CDD64-6A21-D71E-284D-D55369F1EC52}"/>
              </a:ext>
            </a:extLst>
          </p:cNvPr>
          <p:cNvGrpSpPr/>
          <p:nvPr userDrawn="1"/>
        </p:nvGrpSpPr>
        <p:grpSpPr>
          <a:xfrm>
            <a:off x="0" y="-1"/>
            <a:ext cx="12192000" cy="6554655"/>
            <a:chOff x="2134500" y="1869738"/>
            <a:chExt cx="925495" cy="497564"/>
          </a:xfrm>
          <a:solidFill>
            <a:srgbClr val="FAFBFC"/>
          </a:solidFill>
        </p:grpSpPr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746F3E7D-92C8-058E-5DD8-91C7123398A2}"/>
                </a:ext>
              </a:extLst>
            </p:cNvPr>
            <p:cNvSpPr/>
            <p:nvPr userDrawn="1"/>
          </p:nvSpPr>
          <p:spPr>
            <a:xfrm>
              <a:off x="2134500" y="1869738"/>
              <a:ext cx="339522" cy="497564"/>
            </a:xfrm>
            <a:custGeom>
              <a:avLst/>
              <a:gdLst>
                <a:gd name="csX0" fmla="*/ 232029 w 339522"/>
                <a:gd name="csY0" fmla="*/ 234429 h 497564"/>
                <a:gd name="csX1" fmla="*/ 295826 w 339522"/>
                <a:gd name="csY1" fmla="*/ 196590 h 497564"/>
                <a:gd name="csX2" fmla="*/ 320733 w 339522"/>
                <a:gd name="csY2" fmla="*/ 127436 h 497564"/>
                <a:gd name="csX3" fmla="*/ 270045 w 339522"/>
                <a:gd name="csY3" fmla="*/ 31315 h 497564"/>
                <a:gd name="csX4" fmla="*/ 124535 w 339522"/>
                <a:gd name="csY4" fmla="*/ 0 h 497564"/>
                <a:gd name="csX5" fmla="*/ 0 w 339522"/>
                <a:gd name="csY5" fmla="*/ 0 h 497564"/>
                <a:gd name="csX6" fmla="*/ 0 w 339522"/>
                <a:gd name="csY6" fmla="*/ 497564 h 497564"/>
                <a:gd name="csX7" fmla="*/ 142451 w 339522"/>
                <a:gd name="csY7" fmla="*/ 497564 h 497564"/>
                <a:gd name="csX8" fmla="*/ 287524 w 339522"/>
                <a:gd name="csY8" fmla="*/ 463640 h 497564"/>
                <a:gd name="csX9" fmla="*/ 339523 w 339522"/>
                <a:gd name="csY9" fmla="*/ 353601 h 497564"/>
                <a:gd name="csX10" fmla="*/ 310246 w 339522"/>
                <a:gd name="csY10" fmla="*/ 271834 h 497564"/>
                <a:gd name="csX11" fmla="*/ 232029 w 339522"/>
                <a:gd name="csY11" fmla="*/ 234429 h 497564"/>
                <a:gd name="csX12" fmla="*/ 104435 w 339522"/>
                <a:gd name="csY12" fmla="*/ 74809 h 497564"/>
                <a:gd name="csX13" fmla="*/ 134586 w 339522"/>
                <a:gd name="csY13" fmla="*/ 74809 h 497564"/>
                <a:gd name="csX14" fmla="*/ 195761 w 339522"/>
                <a:gd name="csY14" fmla="*/ 89161 h 497564"/>
                <a:gd name="csX15" fmla="*/ 214550 w 339522"/>
                <a:gd name="csY15" fmla="*/ 136569 h 497564"/>
                <a:gd name="csX16" fmla="*/ 141577 w 339522"/>
                <a:gd name="csY16" fmla="*/ 202679 h 497564"/>
                <a:gd name="csX17" fmla="*/ 104435 w 339522"/>
                <a:gd name="csY17" fmla="*/ 202679 h 497564"/>
                <a:gd name="csX18" fmla="*/ 104435 w 339522"/>
                <a:gd name="csY18" fmla="*/ 74809 h 497564"/>
                <a:gd name="csX19" fmla="*/ 210181 w 339522"/>
                <a:gd name="csY19" fmla="*/ 404923 h 497564"/>
                <a:gd name="csX20" fmla="*/ 143325 w 339522"/>
                <a:gd name="csY20" fmla="*/ 420581 h 497564"/>
                <a:gd name="csX21" fmla="*/ 103998 w 339522"/>
                <a:gd name="csY21" fmla="*/ 420581 h 497564"/>
                <a:gd name="csX22" fmla="*/ 103998 w 339522"/>
                <a:gd name="csY22" fmla="*/ 273139 h 497564"/>
                <a:gd name="csX23" fmla="*/ 149006 w 339522"/>
                <a:gd name="csY23" fmla="*/ 273139 h 497564"/>
                <a:gd name="csX24" fmla="*/ 232903 w 339522"/>
                <a:gd name="csY24" fmla="*/ 348817 h 497564"/>
                <a:gd name="csX25" fmla="*/ 210181 w 339522"/>
                <a:gd name="csY25" fmla="*/ 404923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39522" h="497564">
                  <a:moveTo>
                    <a:pt x="232029" y="234429"/>
                  </a:moveTo>
                  <a:cubicBezTo>
                    <a:pt x="258247" y="227036"/>
                    <a:pt x="279221" y="214857"/>
                    <a:pt x="295826" y="196590"/>
                  </a:cubicBezTo>
                  <a:cubicBezTo>
                    <a:pt x="312431" y="178758"/>
                    <a:pt x="320733" y="155706"/>
                    <a:pt x="320733" y="127436"/>
                  </a:cubicBezTo>
                  <a:cubicBezTo>
                    <a:pt x="320733" y="84377"/>
                    <a:pt x="304129" y="52192"/>
                    <a:pt x="270045" y="31315"/>
                  </a:cubicBezTo>
                  <a:cubicBezTo>
                    <a:pt x="235962" y="10438"/>
                    <a:pt x="187459" y="0"/>
                    <a:pt x="124535" y="0"/>
                  </a:cubicBezTo>
                  <a:lnTo>
                    <a:pt x="0" y="0"/>
                  </a:lnTo>
                  <a:lnTo>
                    <a:pt x="0" y="497564"/>
                  </a:lnTo>
                  <a:lnTo>
                    <a:pt x="142451" y="497564"/>
                  </a:lnTo>
                  <a:cubicBezTo>
                    <a:pt x="204063" y="497564"/>
                    <a:pt x="252567" y="486256"/>
                    <a:pt x="287524" y="463640"/>
                  </a:cubicBezTo>
                  <a:cubicBezTo>
                    <a:pt x="322044" y="440588"/>
                    <a:pt x="339523" y="404054"/>
                    <a:pt x="339523" y="353601"/>
                  </a:cubicBezTo>
                  <a:cubicBezTo>
                    <a:pt x="339523" y="317502"/>
                    <a:pt x="329910" y="290101"/>
                    <a:pt x="310246" y="271834"/>
                  </a:cubicBezTo>
                  <a:cubicBezTo>
                    <a:pt x="291020" y="253566"/>
                    <a:pt x="264802" y="240953"/>
                    <a:pt x="232029" y="234429"/>
                  </a:cubicBezTo>
                  <a:close/>
                  <a:moveTo>
                    <a:pt x="104435" y="74809"/>
                  </a:moveTo>
                  <a:lnTo>
                    <a:pt x="134586" y="74809"/>
                  </a:lnTo>
                  <a:cubicBezTo>
                    <a:pt x="162551" y="74809"/>
                    <a:pt x="182652" y="79593"/>
                    <a:pt x="195761" y="89161"/>
                  </a:cubicBezTo>
                  <a:cubicBezTo>
                    <a:pt x="208433" y="98730"/>
                    <a:pt x="214550" y="114823"/>
                    <a:pt x="214550" y="136569"/>
                  </a:cubicBezTo>
                  <a:cubicBezTo>
                    <a:pt x="214550" y="180933"/>
                    <a:pt x="190517" y="202679"/>
                    <a:pt x="141577" y="202679"/>
                  </a:cubicBezTo>
                  <a:lnTo>
                    <a:pt x="104435" y="202679"/>
                  </a:lnTo>
                  <a:lnTo>
                    <a:pt x="104435" y="74809"/>
                  </a:lnTo>
                  <a:close/>
                  <a:moveTo>
                    <a:pt x="210181" y="404923"/>
                  </a:moveTo>
                  <a:cubicBezTo>
                    <a:pt x="194887" y="415362"/>
                    <a:pt x="172602" y="420581"/>
                    <a:pt x="143325" y="420581"/>
                  </a:cubicBezTo>
                  <a:lnTo>
                    <a:pt x="103998" y="420581"/>
                  </a:lnTo>
                  <a:lnTo>
                    <a:pt x="103998" y="273139"/>
                  </a:lnTo>
                  <a:lnTo>
                    <a:pt x="149006" y="273139"/>
                  </a:lnTo>
                  <a:cubicBezTo>
                    <a:pt x="204937" y="273139"/>
                    <a:pt x="232903" y="298365"/>
                    <a:pt x="232903" y="348817"/>
                  </a:cubicBezTo>
                  <a:cubicBezTo>
                    <a:pt x="232903" y="375783"/>
                    <a:pt x="225038" y="394485"/>
                    <a:pt x="210181" y="404923"/>
                  </a:cubicBez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4C4276B4-E465-8881-43E9-AD5D6DA78C2B}"/>
                </a:ext>
              </a:extLst>
            </p:cNvPr>
            <p:cNvSpPr/>
            <p:nvPr userDrawn="1"/>
          </p:nvSpPr>
          <p:spPr>
            <a:xfrm>
              <a:off x="2527333" y="1869738"/>
              <a:ext cx="104434" cy="497564"/>
            </a:xfrm>
            <a:custGeom>
              <a:avLst/>
              <a:gdLst>
                <a:gd name="csX0" fmla="*/ 0 w 104434"/>
                <a:gd name="csY0" fmla="*/ 497564 h 497564"/>
                <a:gd name="csX1" fmla="*/ 104435 w 104434"/>
                <a:gd name="csY1" fmla="*/ 497564 h 497564"/>
                <a:gd name="csX2" fmla="*/ 104435 w 104434"/>
                <a:gd name="csY2" fmla="*/ 0 h 497564"/>
                <a:gd name="csX3" fmla="*/ 0 w 104434"/>
                <a:gd name="csY3" fmla="*/ 0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434" h="497564">
                  <a:moveTo>
                    <a:pt x="0" y="497564"/>
                  </a:moveTo>
                  <a:lnTo>
                    <a:pt x="104435" y="497564"/>
                  </a:lnTo>
                  <a:lnTo>
                    <a:pt x="1044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ihandform: Form 56">
              <a:extLst>
                <a:ext uri="{FF2B5EF4-FFF2-40B4-BE49-F238E27FC236}">
                  <a16:creationId xmlns:a16="http://schemas.microsoft.com/office/drawing/2014/main" id="{5ECACE1D-DD14-65F1-12CB-1C3767493B1A}"/>
                </a:ext>
              </a:extLst>
            </p:cNvPr>
            <p:cNvSpPr/>
            <p:nvPr userDrawn="1"/>
          </p:nvSpPr>
          <p:spPr>
            <a:xfrm>
              <a:off x="2713044" y="1869738"/>
              <a:ext cx="346951" cy="497564"/>
            </a:xfrm>
            <a:custGeom>
              <a:avLst/>
              <a:gdLst>
                <a:gd name="csX0" fmla="*/ 242953 w 346951"/>
                <a:gd name="csY0" fmla="*/ 197025 h 497564"/>
                <a:gd name="csX1" fmla="*/ 103998 w 346951"/>
                <a:gd name="csY1" fmla="*/ 197025 h 497564"/>
                <a:gd name="csX2" fmla="*/ 103998 w 346951"/>
                <a:gd name="csY2" fmla="*/ 0 h 497564"/>
                <a:gd name="csX3" fmla="*/ 0 w 346951"/>
                <a:gd name="csY3" fmla="*/ 0 h 497564"/>
                <a:gd name="csX4" fmla="*/ 0 w 346951"/>
                <a:gd name="csY4" fmla="*/ 497564 h 497564"/>
                <a:gd name="csX5" fmla="*/ 103998 w 346951"/>
                <a:gd name="csY5" fmla="*/ 497564 h 497564"/>
                <a:gd name="csX6" fmla="*/ 103998 w 346951"/>
                <a:gd name="csY6" fmla="*/ 279228 h 497564"/>
                <a:gd name="csX7" fmla="*/ 242953 w 346951"/>
                <a:gd name="csY7" fmla="*/ 279228 h 497564"/>
                <a:gd name="csX8" fmla="*/ 242953 w 346951"/>
                <a:gd name="csY8" fmla="*/ 497564 h 497564"/>
                <a:gd name="csX9" fmla="*/ 346951 w 346951"/>
                <a:gd name="csY9" fmla="*/ 497564 h 497564"/>
                <a:gd name="csX10" fmla="*/ 346951 w 346951"/>
                <a:gd name="csY10" fmla="*/ 0 h 497564"/>
                <a:gd name="csX11" fmla="*/ 242953 w 346951"/>
                <a:gd name="csY11" fmla="*/ 0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46951" h="497564">
                  <a:moveTo>
                    <a:pt x="242953" y="197025"/>
                  </a:moveTo>
                  <a:lnTo>
                    <a:pt x="103998" y="197025"/>
                  </a:lnTo>
                  <a:lnTo>
                    <a:pt x="103998" y="0"/>
                  </a:lnTo>
                  <a:lnTo>
                    <a:pt x="0" y="0"/>
                  </a:lnTo>
                  <a:lnTo>
                    <a:pt x="0" y="497564"/>
                  </a:lnTo>
                  <a:lnTo>
                    <a:pt x="103998" y="497564"/>
                  </a:lnTo>
                  <a:lnTo>
                    <a:pt x="103998" y="279228"/>
                  </a:lnTo>
                  <a:lnTo>
                    <a:pt x="242953" y="279228"/>
                  </a:lnTo>
                  <a:lnTo>
                    <a:pt x="242953" y="497564"/>
                  </a:lnTo>
                  <a:lnTo>
                    <a:pt x="346951" y="497564"/>
                  </a:lnTo>
                  <a:lnTo>
                    <a:pt x="346951" y="0"/>
                  </a:lnTo>
                  <a:lnTo>
                    <a:pt x="242953" y="0"/>
                  </a:ln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41FDDE6B-93A8-C9A7-3C41-CE547B1000F5}"/>
              </a:ext>
            </a:extLst>
          </p:cNvPr>
          <p:cNvSpPr>
            <a:spLocks/>
          </p:cNvSpPr>
          <p:nvPr userDrawn="1"/>
        </p:nvSpPr>
        <p:spPr bwMode="auto">
          <a:xfrm>
            <a:off x="1" y="2834166"/>
            <a:ext cx="12191999" cy="4023834"/>
          </a:xfrm>
          <a:custGeom>
            <a:avLst/>
            <a:gdLst>
              <a:gd name="csX0" fmla="*/ 12191999 w 12191999"/>
              <a:gd name="csY0" fmla="*/ 0 h 4023834"/>
              <a:gd name="csX1" fmla="*/ 12191999 w 12191999"/>
              <a:gd name="csY1" fmla="*/ 4023834 h 4023834"/>
              <a:gd name="csX2" fmla="*/ 0 w 12191999"/>
              <a:gd name="csY2" fmla="*/ 4023834 h 4023834"/>
              <a:gd name="csX3" fmla="*/ 0 w 12191999"/>
              <a:gd name="csY3" fmla="*/ 1182234 h 4023834"/>
              <a:gd name="csX4" fmla="*/ 6452267 w 12191999"/>
              <a:gd name="csY4" fmla="*/ 1182234 h 4023834"/>
              <a:gd name="csX5" fmla="*/ 7434305 w 12191999"/>
              <a:gd name="csY5" fmla="*/ 1183636 h 4023834"/>
              <a:gd name="csX6" fmla="*/ 8399590 w 12191999"/>
              <a:gd name="csY6" fmla="*/ 1098611 h 4023834"/>
              <a:gd name="csX7" fmla="*/ 10344023 w 12191999"/>
              <a:gd name="csY7" fmla="*/ 674782 h 4023834"/>
              <a:gd name="csX8" fmla="*/ 11859418 w 12191999"/>
              <a:gd name="csY8" fmla="*/ 140990 h 4023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1999" h="4023834">
                <a:moveTo>
                  <a:pt x="12191999" y="0"/>
                </a:moveTo>
                <a:lnTo>
                  <a:pt x="12191999" y="4023834"/>
                </a:lnTo>
                <a:lnTo>
                  <a:pt x="0" y="4023834"/>
                </a:lnTo>
                <a:lnTo>
                  <a:pt x="0" y="1182234"/>
                </a:lnTo>
                <a:lnTo>
                  <a:pt x="6452267" y="1182234"/>
                </a:lnTo>
                <a:lnTo>
                  <a:pt x="7434305" y="1183636"/>
                </a:lnTo>
                <a:cubicBezTo>
                  <a:pt x="7735266" y="1171488"/>
                  <a:pt x="8011990" y="1151028"/>
                  <a:pt x="8399590" y="1098611"/>
                </a:cubicBezTo>
                <a:cubicBezTo>
                  <a:pt x="8887473" y="1032633"/>
                  <a:pt x="9669440" y="878081"/>
                  <a:pt x="10344023" y="674782"/>
                </a:cubicBezTo>
                <a:cubicBezTo>
                  <a:pt x="10850134" y="522823"/>
                  <a:pt x="11360590" y="344699"/>
                  <a:pt x="11859418" y="140990"/>
                </a:cubicBezTo>
                <a:close/>
              </a:path>
            </a:pathLst>
          </a:custGeom>
          <a:gradFill>
            <a:gsLst>
              <a:gs pos="0">
                <a:srgbClr val="F2BDBD"/>
              </a:gs>
              <a:gs pos="100000">
                <a:srgbClr val="F1AEAD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dirty="0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08561B52-AF07-34D5-3ECD-5CAE4B7A50A2}"/>
              </a:ext>
            </a:extLst>
          </p:cNvPr>
          <p:cNvSpPr/>
          <p:nvPr userDrawn="1"/>
        </p:nvSpPr>
        <p:spPr>
          <a:xfrm>
            <a:off x="1" y="4019080"/>
            <a:ext cx="2210765" cy="2838921"/>
          </a:xfrm>
          <a:custGeom>
            <a:avLst/>
            <a:gdLst>
              <a:gd name="csX0" fmla="*/ 444481 w 2210765"/>
              <a:gd name="csY0" fmla="*/ 0 h 2838921"/>
              <a:gd name="csX1" fmla="*/ 2210765 w 2210765"/>
              <a:gd name="csY1" fmla="*/ 1766283 h 2838921"/>
              <a:gd name="csX2" fmla="*/ 1909111 w 2210765"/>
              <a:gd name="csY2" fmla="*/ 2753829 h 2838921"/>
              <a:gd name="csX3" fmla="*/ 1845480 w 2210765"/>
              <a:gd name="csY3" fmla="*/ 2838921 h 2838921"/>
              <a:gd name="csX4" fmla="*/ 0 w 2210765"/>
              <a:gd name="csY4" fmla="*/ 2838921 h 2838921"/>
              <a:gd name="csX5" fmla="*/ 0 w 2210765"/>
              <a:gd name="csY5" fmla="*/ 58644 h 2838921"/>
              <a:gd name="csX6" fmla="*/ 88513 w 2210765"/>
              <a:gd name="csY6" fmla="*/ 35885 h 2838921"/>
              <a:gd name="csX7" fmla="*/ 444481 w 2210765"/>
              <a:gd name="csY7" fmla="*/ 0 h 283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210765" h="2838921">
                <a:moveTo>
                  <a:pt x="444481" y="0"/>
                </a:moveTo>
                <a:cubicBezTo>
                  <a:pt x="1419972" y="0"/>
                  <a:pt x="2210765" y="790792"/>
                  <a:pt x="2210765" y="1766283"/>
                </a:cubicBezTo>
                <a:cubicBezTo>
                  <a:pt x="2210765" y="2132092"/>
                  <a:pt x="2099559" y="2471928"/>
                  <a:pt x="1909111" y="2753829"/>
                </a:cubicBezTo>
                <a:lnTo>
                  <a:pt x="1845480" y="2838921"/>
                </a:lnTo>
                <a:lnTo>
                  <a:pt x="0" y="2838921"/>
                </a:lnTo>
                <a:lnTo>
                  <a:pt x="0" y="58644"/>
                </a:lnTo>
                <a:lnTo>
                  <a:pt x="88513" y="35885"/>
                </a:lnTo>
                <a:cubicBezTo>
                  <a:pt x="203494" y="12356"/>
                  <a:pt x="322545" y="0"/>
                  <a:pt x="444481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FAC6388-247B-F136-AE59-8364C6C375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8744" y="508632"/>
            <a:ext cx="2114474" cy="513222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A4BA741D-77D4-700B-9763-1521C03C3DDF}"/>
              </a:ext>
            </a:extLst>
          </p:cNvPr>
          <p:cNvSpPr/>
          <p:nvPr userDrawn="1"/>
        </p:nvSpPr>
        <p:spPr>
          <a:xfrm>
            <a:off x="5193088" y="2155520"/>
            <a:ext cx="3860376" cy="688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de-DE" sz="5200" b="1" dirty="0">
                <a:solidFill>
                  <a:schemeClr val="tx1"/>
                </a:solidFill>
              </a:rPr>
              <a:t>Vielen Dank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9D14AC2-BF95-821C-CDA5-554D60B62024}"/>
              </a:ext>
            </a:extLst>
          </p:cNvPr>
          <p:cNvSpPr/>
          <p:nvPr userDrawn="1"/>
        </p:nvSpPr>
        <p:spPr>
          <a:xfrm>
            <a:off x="5193088" y="2940120"/>
            <a:ext cx="3860376" cy="344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de-DE" sz="2000" b="1" dirty="0">
                <a:solidFill>
                  <a:schemeClr val="tx2"/>
                </a:solidFill>
              </a:rPr>
              <a:t>www.bihealth.org</a:t>
            </a:r>
          </a:p>
        </p:txBody>
      </p:sp>
    </p:spTree>
    <p:extLst>
      <p:ext uri="{BB962C8B-B14F-4D97-AF65-F5344CB8AC3E}">
        <p14:creationId xmlns:p14="http://schemas.microsoft.com/office/powerpoint/2010/main" val="29528562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496" y="2065669"/>
            <a:ext cx="2952000" cy="1368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NAME NACHNAME </a:t>
            </a:r>
            <a:br>
              <a:rPr lang="de-DE" dirty="0"/>
            </a:br>
            <a:r>
              <a:rPr lang="de-DE" dirty="0"/>
              <a:t>Bitte hier Position eintragen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96A0BA6-1AA2-FEA2-C809-154ABD3244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3168" y="2061000"/>
            <a:ext cx="2952000" cy="1368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Bitte BIH Adresse eintragen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10FC62B0-912C-4246-955D-CC0A5E0612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0302" y="2060999"/>
            <a:ext cx="4478202" cy="837372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Bitte Kontaktdaten eintragen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C04A27C-DE11-C93C-0346-C013262C58E2}"/>
              </a:ext>
            </a:extLst>
          </p:cNvPr>
          <p:cNvSpPr/>
          <p:nvPr userDrawn="1"/>
        </p:nvSpPr>
        <p:spPr>
          <a:xfrm>
            <a:off x="7190302" y="2890581"/>
            <a:ext cx="1704316" cy="344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l"/>
            <a:r>
              <a:rPr lang="de-DE" sz="1600" b="0" dirty="0">
                <a:solidFill>
                  <a:schemeClr val="tx2"/>
                </a:solidFill>
              </a:rPr>
              <a:t>www.bihealth.org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D4AC14B-5107-B30A-DF85-5FB9865B7DF3}"/>
              </a:ext>
            </a:extLst>
          </p:cNvPr>
          <p:cNvGrpSpPr/>
          <p:nvPr userDrawn="1"/>
        </p:nvGrpSpPr>
        <p:grpSpPr>
          <a:xfrm>
            <a:off x="1" y="3604923"/>
            <a:ext cx="12192000" cy="2349501"/>
            <a:chOff x="1" y="3505335"/>
            <a:chExt cx="12192000" cy="2349501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B36FA91-3F2F-884C-6825-F7598A7192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259877" y="774300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100000">
                  <a:srgbClr val="F2AFAE"/>
                </a:gs>
                <a:gs pos="0">
                  <a:srgbClr val="F5D6D6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D99DA8AC-B216-89C7-A879-BDCB5972550C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DAEE4952-6688-0D37-B712-FD0D366C8A2E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862716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0225087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3917" y="2227900"/>
            <a:ext cx="8337108" cy="3793488"/>
          </a:xfrm>
        </p:spPr>
        <p:txBody>
          <a:bodyPr lIns="0" tIns="0" rIns="0" bIns="0">
            <a:noAutofit/>
          </a:bodyPr>
          <a:lstStyle>
            <a:lvl1pPr marL="273050" indent="-273050">
              <a:spcBef>
                <a:spcPts val="600"/>
              </a:spcBef>
              <a:buFont typeface="+mj-lt"/>
              <a:buAutoNum type="arabicPeriod"/>
              <a:defRPr sz="1800" b="0">
                <a:solidFill>
                  <a:schemeClr val="tx1"/>
                </a:solidFill>
              </a:defRPr>
            </a:lvl1pPr>
            <a:lvl2pPr marL="534988" indent="-261938">
              <a:spcBef>
                <a:spcPts val="600"/>
              </a:spcBef>
              <a:buFont typeface="Arial" panose="020B0604020202020204" pitchFamily="34" charset="0"/>
              <a:buChar char="•"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1"/>
            <a:r>
              <a:rPr lang="de-DE" dirty="0"/>
              <a:t>Unterpunkt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1"/>
            <a:r>
              <a:rPr lang="de-DE" dirty="0"/>
              <a:t>Unterpunkt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FF092CF-950A-E896-54DA-3D930931B79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6E445D8-BFCC-44E4-853F-54FEDC468906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854FE6-D4EA-6175-E212-5F2D27ACBB0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22F42CC-0ADD-CBB8-0401-FDDFC2E1E0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34718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305" y="1817892"/>
            <a:ext cx="10836000" cy="344477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5200" b="1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Tx/>
              <a:buNone/>
              <a:defRPr sz="2000">
                <a:solidFill>
                  <a:schemeClr val="tx1"/>
                </a:solidFill>
              </a:defRPr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Hier steht ein Zitat </a:t>
            </a:r>
            <a:r>
              <a:rPr lang="de-DE" dirty="0" err="1"/>
              <a:t>Harumet</a:t>
            </a:r>
            <a:r>
              <a:rPr lang="de-DE" dirty="0"/>
              <a:t> </a:t>
            </a:r>
            <a:r>
              <a:rPr lang="de-DE" dirty="0" err="1"/>
              <a:t>acero</a:t>
            </a:r>
            <a:r>
              <a:rPr lang="de-DE" dirty="0"/>
              <a:t> </a:t>
            </a:r>
            <a:r>
              <a:rPr lang="de-DE" dirty="0" err="1"/>
              <a:t>voloris</a:t>
            </a:r>
            <a:r>
              <a:rPr lang="de-DE" dirty="0"/>
              <a:t> non </a:t>
            </a:r>
            <a:r>
              <a:rPr lang="de-DE" dirty="0" err="1"/>
              <a:t>nus</a:t>
            </a:r>
            <a:r>
              <a:rPr lang="de-DE" dirty="0"/>
              <a:t> </a:t>
            </a:r>
            <a:r>
              <a:rPr lang="de-DE" dirty="0" err="1"/>
              <a:t>aut</a:t>
            </a:r>
            <a:r>
              <a:rPr lang="de-DE" dirty="0"/>
              <a:t> </a:t>
            </a:r>
            <a:r>
              <a:rPr lang="de-DE" dirty="0" err="1"/>
              <a:t>reseque</a:t>
            </a:r>
            <a:r>
              <a:rPr lang="de-DE" dirty="0"/>
              <a:t>  </a:t>
            </a:r>
            <a:r>
              <a:rPr lang="de-DE" dirty="0" err="1"/>
              <a:t>corempo</a:t>
            </a:r>
            <a:r>
              <a:rPr lang="de-DE" dirty="0"/>
              <a:t> </a:t>
            </a:r>
            <a:r>
              <a:rPr lang="de-DE" dirty="0" err="1"/>
              <a:t>repudae</a:t>
            </a:r>
            <a:r>
              <a:rPr lang="de-DE" dirty="0"/>
              <a:t>.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volum</a:t>
            </a:r>
            <a:r>
              <a:rPr lang="de-DE" dirty="0"/>
              <a:t> </a:t>
            </a:r>
            <a:r>
              <a:rPr lang="de-DE" dirty="0" err="1"/>
              <a:t>fuga</a:t>
            </a:r>
            <a:r>
              <a:rPr lang="de-DE" dirty="0"/>
              <a:t>.“</a:t>
            </a:r>
          </a:p>
          <a:p>
            <a:pPr lvl="1"/>
            <a:r>
              <a:rPr lang="de-DE" dirty="0"/>
              <a:t>Name Nachname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7248B49-5BD6-1A63-B59E-BE8A6ABCF282}"/>
              </a:ext>
            </a:extLst>
          </p:cNvPr>
          <p:cNvSpPr/>
          <p:nvPr userDrawn="1"/>
        </p:nvSpPr>
        <p:spPr>
          <a:xfrm>
            <a:off x="515937" y="1808162"/>
            <a:ext cx="330367" cy="8678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de-DE" sz="5200" b="1" dirty="0"/>
              <a:t>„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46E4B7-A80F-681E-724B-E8DCFE8DBEB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D7AF7A0-00C1-4CA7-AFF1-B8C5CA20BACB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5EA0B1-216B-9624-D4A3-A00BA89F66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8B692D1-5CE8-CE4A-0E4C-1ED80CF11E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0494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3"/>
            <a:ext cx="9281081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9944" y="2404187"/>
            <a:ext cx="9281081" cy="361720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5000"/>
              </a:lnSpc>
              <a:spcBef>
                <a:spcPts val="2400"/>
              </a:spcBef>
              <a:buFontTx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179388" indent="-179388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3pPr>
            <a:lvl4pPr marL="360363" indent="-1809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4pPr>
            <a:lvl5pPr marL="268288" indent="-268288">
              <a:buFont typeface="+mj-lt"/>
              <a:buAutoNum type="arabicPeriod"/>
              <a:defRPr sz="1600"/>
            </a:lvl5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endParaRPr lang="de-DE" dirty="0"/>
          </a:p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Standardtext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2"/>
            <a:r>
              <a:rPr lang="de-DE" dirty="0"/>
              <a:t>Aufzählung 1</a:t>
            </a:r>
          </a:p>
          <a:p>
            <a:pPr lvl="3"/>
            <a:r>
              <a:rPr lang="de-DE" dirty="0"/>
              <a:t>Aufzählung 1	</a:t>
            </a:r>
          </a:p>
          <a:p>
            <a:pPr lvl="4"/>
            <a:r>
              <a:rPr lang="de-DE" dirty="0"/>
              <a:t>Nummerierung</a:t>
            </a:r>
          </a:p>
          <a:p>
            <a:pPr lvl="3"/>
            <a:r>
              <a:rPr lang="de-DE" dirty="0"/>
              <a:t>Aufzählung nach Nummerierung</a:t>
            </a:r>
          </a:p>
          <a:p>
            <a:pPr lvl="5"/>
            <a:r>
              <a:rPr lang="de-DE" dirty="0"/>
              <a:t>Aufzählung nach Nummerierung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395000F-8B8A-4BCB-8C8E-D0925EF6464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9ABBD38-B629-8C2C-5AB4-C5EE5FD95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9944" y="1282060"/>
            <a:ext cx="9281081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810913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D109576-6D37-4BD3-B860-AA9CFA02316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2404186"/>
            <a:ext cx="9280005" cy="3617202"/>
          </a:xfrm>
        </p:spPr>
        <p:txBody>
          <a:bodyPr numCol="1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sun-te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consecearuum</a:t>
            </a:r>
            <a:r>
              <a:rPr lang="de-DE" dirty="0"/>
              <a:t> </a:t>
            </a:r>
            <a:r>
              <a:rPr lang="de-DE" dirty="0" err="1"/>
              <a:t>qext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do-</a:t>
            </a:r>
            <a:r>
              <a:rPr lang="de-DE" dirty="0" err="1"/>
              <a:t>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milluo</a:t>
            </a:r>
            <a:r>
              <a:rPr lang="de-DE" dirty="0"/>
              <a:t>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optur.m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Platzhaltertext.</a:t>
            </a:r>
          </a:p>
        </p:txBody>
      </p:sp>
    </p:spTree>
    <p:extLst>
      <p:ext uri="{BB962C8B-B14F-4D97-AF65-F5344CB8AC3E}">
        <p14:creationId xmlns:p14="http://schemas.microsoft.com/office/powerpoint/2010/main" val="19712070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3"/>
            <a:ext cx="9281081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9944" y="2404187"/>
            <a:ext cx="9281081" cy="3617201"/>
          </a:xfrm>
        </p:spPr>
        <p:txBody>
          <a:bodyPr lIns="0" tIns="0" rIns="0" bIns="0" numCol="2" spcCol="216000">
            <a:noAutofit/>
          </a:bodyPr>
          <a:lstStyle>
            <a:lvl1pPr marL="0" indent="0">
              <a:lnSpc>
                <a:spcPct val="125000"/>
              </a:lnSpc>
              <a:spcBef>
                <a:spcPts val="2400"/>
              </a:spcBef>
              <a:buFontTx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179388" indent="-179388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3pPr>
            <a:lvl4pPr marL="360363" indent="-1809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4pPr>
            <a:lvl5pPr marL="268288" indent="-268288">
              <a:buFont typeface="+mj-lt"/>
              <a:buAutoNum type="arabicPeriod"/>
              <a:defRPr sz="1600"/>
            </a:lvl5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endParaRPr lang="de-DE" dirty="0"/>
          </a:p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Standardtext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2"/>
            <a:r>
              <a:rPr lang="de-DE" dirty="0"/>
              <a:t>Aufzählung 1</a:t>
            </a:r>
          </a:p>
          <a:p>
            <a:pPr lvl="3"/>
            <a:r>
              <a:rPr lang="de-DE" dirty="0"/>
              <a:t>Aufzählung 1	</a:t>
            </a:r>
          </a:p>
          <a:p>
            <a:pPr lvl="4"/>
            <a:r>
              <a:rPr lang="de-DE" dirty="0"/>
              <a:t>Nummerierung</a:t>
            </a:r>
          </a:p>
          <a:p>
            <a:pPr lvl="3"/>
            <a:r>
              <a:rPr lang="de-DE" dirty="0"/>
              <a:t>Aufzählung nach Nummerierung</a:t>
            </a:r>
          </a:p>
          <a:p>
            <a:pPr lvl="3"/>
            <a:r>
              <a:rPr lang="de-DE" dirty="0"/>
              <a:t>Aufzählung nach Nummerierung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395000F-8B8A-4BCB-8C8E-D0925EF6464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9ABBD38-B629-8C2C-5AB4-C5EE5FD95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9944" y="1282060"/>
            <a:ext cx="9281081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205497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D109576-6D37-4BD3-B860-AA9CFA02316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2404186"/>
            <a:ext cx="9280005" cy="3617202"/>
          </a:xfrm>
        </p:spPr>
        <p:txBody>
          <a:bodyPr numCol="2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sun-te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consecearuum</a:t>
            </a:r>
            <a:r>
              <a:rPr lang="de-DE" dirty="0"/>
              <a:t> </a:t>
            </a:r>
            <a:r>
              <a:rPr lang="de-DE" dirty="0" err="1"/>
              <a:t>qext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do-</a:t>
            </a:r>
            <a:r>
              <a:rPr lang="de-DE" dirty="0" err="1"/>
              <a:t>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milluo</a:t>
            </a:r>
            <a:r>
              <a:rPr lang="de-DE" dirty="0"/>
              <a:t>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optur.m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Platzhaltertext.</a:t>
            </a:r>
          </a:p>
        </p:txBody>
      </p:sp>
    </p:spTree>
    <p:extLst>
      <p:ext uri="{BB962C8B-B14F-4D97-AF65-F5344CB8AC3E}">
        <p14:creationId xmlns:p14="http://schemas.microsoft.com/office/powerpoint/2010/main" val="29215859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2"/>
            <a:ext cx="9279631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2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2EC97F17-AE05-9E9E-66A2-714E2CB727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774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A0BFA58-BBE5-8B96-50A6-234284FE829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D172EDB-FBA2-40E5-AEA2-44DED7F19E4B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F62E870-32B1-CED4-524D-86AE76E81A6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4BCDFEF-3D14-1063-A183-18EDE80CB3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47876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 mit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5" y="2404186"/>
            <a:ext cx="4528106" cy="3617202"/>
          </a:xfrm>
        </p:spPr>
        <p:txBody>
          <a:bodyPr numCol="1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opturmo</a:t>
            </a:r>
            <a:r>
              <a:rPr lang="de-DE" dirty="0"/>
              <a:t>.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97FBA20D-1A7B-608C-E7D3-F1B66EBAE1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774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5EC1348-01D0-D4FC-9330-05FAA2B5C42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5805327-C7D8-489E-8450-C346A8E3188D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4F71E2A-1D2D-3DF1-0C12-A335D485FCC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642D6C-27E8-A3DE-CEE2-F602993118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64967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2"/>
            <a:ext cx="4528107" cy="1054033"/>
          </a:xfrm>
        </p:spPr>
        <p:txBody>
          <a:bodyPr anchor="t" anchorCtr="0"/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1974282"/>
            <a:ext cx="4528106" cy="3617202"/>
          </a:xfrm>
        </p:spPr>
        <p:txBody>
          <a:bodyPr numCol="1" spcCol="216000"/>
          <a:lstStyle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Hier steht eine Zwischenüberschrift</a:t>
            </a:r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Hier steht eine Zwischenüberschrift in zwei Zeilen eine Zwischenüberschrift</a:t>
            </a:r>
          </a:p>
          <a:p>
            <a:pPr lvl="1"/>
            <a:r>
              <a:rPr lang="de-DE" dirty="0"/>
              <a:t>Hier steht Blindtext: 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F7AE3373-5360-E6BD-F78A-0379EE2E71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2919" y="1974282"/>
            <a:ext cx="4528106" cy="3617202"/>
          </a:xfrm>
        </p:spPr>
        <p:txBody>
          <a:bodyPr numCol="1" spcCol="216000"/>
          <a:lstStyle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Hier steht eine Zwischenüberschrift</a:t>
            </a:r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Hier steht eine Zwischenüberschrift in zwei Zeilen eine Zwischenüberschrift</a:t>
            </a:r>
          </a:p>
          <a:p>
            <a:pPr lvl="1"/>
            <a:r>
              <a:rPr lang="de-DE" dirty="0"/>
              <a:t>Hier steht Blindtext: 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3BB0954-5747-B43C-CAAA-67EF973872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2225" y="801688"/>
            <a:ext cx="4528800" cy="10541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000" dirty="0"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de-DE" dirty="0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573E438-6662-EB0B-158B-C709191570F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9D2707C-3FFC-47B2-8DC4-11478E13D3C7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F0C36B4-DDA7-D0FB-31AE-FE774F79571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2E6F951-76E6-C780-ACEB-18F6657FC24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0854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8" y="1592826"/>
            <a:ext cx="11160125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48C3858-055C-9DF3-1063-A9B8952104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593B928-5E01-4A86-B584-2A37AE63FDE7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CCAABD-A9FA-2E0A-DD13-40681B216F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66CD12-3F38-E6FA-540C-994979DB33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8633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AABAE877-559D-8CF2-955B-9A8D3CE975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3951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D3A3A4-8511-FC63-9D97-3A66E625D35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6CF4DB0-EFF9-4237-8AB3-0C04D4590870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60D88E-6577-C0C0-7E30-520AB42A38F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CDAD10B-ACA5-ACD4-C0A7-A6A737DB3E3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38524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BAB990E-0AF2-E102-DA24-361251CAB2E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3FAD7504-60BD-45EB-BE90-CD462A2FE9D9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F2CDE42-981C-A8EE-F482-77CB4CEE71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376519-8C69-2B4E-7A5D-BDC4FE15152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55627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BAB990E-0AF2-E102-DA24-361251CAB2E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3FAD7504-60BD-45EB-BE90-CD462A2FE9D9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F2CDE42-981C-A8EE-F482-77CB4CEE71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376519-8C69-2B4E-7A5D-BDC4FE15152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F9A809C-D3B8-FE63-BA3B-8A5C49EA7C9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15938" y="1592263"/>
            <a:ext cx="5472112" cy="442912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718699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1160125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3951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1592826"/>
            <a:ext cx="4712364" cy="4428562"/>
          </a:xfrm>
        </p:spPr>
        <p:txBody>
          <a:bodyPr numCol="1" spcCol="216000" anchor="ctr" anchorCtr="0"/>
          <a:lstStyle>
            <a:lvl2pPr>
              <a:lnSpc>
                <a:spcPct val="150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685F2C-DE9D-92B8-02E0-121C2516F31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CB122C5-C24B-4FE1-9AC9-271AC3185BD8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80C3282-865E-13F5-AC58-0350CDE35B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8178EF-FECE-79BE-E345-D6F68CDB7FC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64315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B5A48F7-E2B6-5C01-C0FE-744D30AF22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E1B3FC85-1217-5099-EA90-9939C48486E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4033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42A6D9A4-FCBE-D38B-9223-A7A77641F4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033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BD71F378-80A7-A003-9CAC-5955EF10312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12127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4E179B59-979C-C954-761F-F8D9EB72BC4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2127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E069E3C-543E-5DF2-332A-D89D5EB17D0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FD547D3-FD9C-4B83-9479-EBE38DADD963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7E42A18-BC9D-DB0C-0970-0B0267B257C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E42FE9-E1CB-2864-FFBC-44C77CB84B6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39763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grafi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3813101E-DFB3-2CE4-535E-DEB30A0162BD}"/>
              </a:ext>
            </a:extLst>
          </p:cNvPr>
          <p:cNvSpPr/>
          <p:nvPr userDrawn="1"/>
        </p:nvSpPr>
        <p:spPr>
          <a:xfrm rot="19849156">
            <a:off x="-217975" y="2782635"/>
            <a:ext cx="8370574" cy="5191200"/>
          </a:xfrm>
          <a:custGeom>
            <a:avLst/>
            <a:gdLst>
              <a:gd name="csX0" fmla="*/ 8370574 w 8370574"/>
              <a:gd name="csY0" fmla="*/ 0 h 5191200"/>
              <a:gd name="csX1" fmla="*/ 8370574 w 8370574"/>
              <a:gd name="csY1" fmla="*/ 5191200 h 5191200"/>
              <a:gd name="csX2" fmla="*/ 5798233 w 8370574"/>
              <a:gd name="csY2" fmla="*/ 5191200 h 5191200"/>
              <a:gd name="csX3" fmla="*/ 0 w 8370574"/>
              <a:gd name="csY3" fmla="*/ 1953236 h 5191200"/>
              <a:gd name="csX4" fmla="*/ 1090765 w 8370574"/>
              <a:gd name="csY4" fmla="*/ 0 h 51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370574" h="5191200">
                <a:moveTo>
                  <a:pt x="8370574" y="0"/>
                </a:moveTo>
                <a:lnTo>
                  <a:pt x="8370574" y="5191200"/>
                </a:lnTo>
                <a:lnTo>
                  <a:pt x="5798233" y="5191200"/>
                </a:lnTo>
                <a:lnTo>
                  <a:pt x="0" y="1953236"/>
                </a:lnTo>
                <a:lnTo>
                  <a:pt x="1090765" y="0"/>
                </a:lnTo>
                <a:close/>
              </a:path>
            </a:pathLst>
          </a:custGeom>
          <a:gradFill>
            <a:gsLst>
              <a:gs pos="0">
                <a:srgbClr val="DD8484"/>
              </a:gs>
              <a:gs pos="100000">
                <a:srgbClr val="DF84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D8314D-6BC0-90C4-7767-C3CF089DE72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48225" y="838690"/>
            <a:ext cx="5191200" cy="5191200"/>
          </a:xfrm>
          <a:prstGeom prst="ellipse">
            <a:avLst/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7059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grafi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A5EBFF6-4241-9108-4F85-2B090998E4DB}"/>
              </a:ext>
            </a:extLst>
          </p:cNvPr>
          <p:cNvSpPr>
            <a:spLocks/>
          </p:cNvSpPr>
          <p:nvPr userDrawn="1"/>
        </p:nvSpPr>
        <p:spPr bwMode="auto">
          <a:xfrm>
            <a:off x="3325814" y="0"/>
            <a:ext cx="4960936" cy="6858000"/>
          </a:xfrm>
          <a:custGeom>
            <a:avLst/>
            <a:gdLst>
              <a:gd name="csX0" fmla="*/ 3676749 w 4960936"/>
              <a:gd name="csY0" fmla="*/ 0 h 6858000"/>
              <a:gd name="csX1" fmla="*/ 4960936 w 4960936"/>
              <a:gd name="csY1" fmla="*/ 0 h 6858000"/>
              <a:gd name="csX2" fmla="*/ 4960936 w 4960936"/>
              <a:gd name="csY2" fmla="*/ 50187 h 6858000"/>
              <a:gd name="csX3" fmla="*/ 4960936 w 4960936"/>
              <a:gd name="csY3" fmla="*/ 560064 h 6858000"/>
              <a:gd name="csX4" fmla="*/ 4670465 w 4960936"/>
              <a:gd name="csY4" fmla="*/ 1515005 h 6858000"/>
              <a:gd name="csX5" fmla="*/ 4051304 w 4960936"/>
              <a:gd name="csY5" fmla="*/ 2355353 h 6858000"/>
              <a:gd name="csX6" fmla="*/ 1811620 w 4960936"/>
              <a:gd name="csY6" fmla="*/ 4586095 h 6858000"/>
              <a:gd name="csX7" fmla="*/ 1444710 w 4960936"/>
              <a:gd name="csY7" fmla="*/ 5181978 h 6858000"/>
              <a:gd name="csX8" fmla="*/ 1284186 w 4960936"/>
              <a:gd name="csY8" fmla="*/ 5861896 h 6858000"/>
              <a:gd name="csX9" fmla="*/ 1284186 w 4960936"/>
              <a:gd name="csY9" fmla="*/ 6793705 h 6858000"/>
              <a:gd name="csX10" fmla="*/ 1284186 w 4960936"/>
              <a:gd name="csY10" fmla="*/ 6858000 h 6858000"/>
              <a:gd name="csX11" fmla="*/ 0 w 4960936"/>
              <a:gd name="csY11" fmla="*/ 6858000 h 6858000"/>
              <a:gd name="csX12" fmla="*/ 0 w 4960936"/>
              <a:gd name="csY12" fmla="*/ 6751557 h 6858000"/>
              <a:gd name="csX13" fmla="*/ 0 w 4960936"/>
              <a:gd name="csY13" fmla="*/ 5861896 h 6858000"/>
              <a:gd name="csX14" fmla="*/ 259894 w 4960936"/>
              <a:gd name="csY14" fmla="*/ 4693048 h 6858000"/>
              <a:gd name="csX15" fmla="*/ 901988 w 4960936"/>
              <a:gd name="csY15" fmla="*/ 3676991 h 6858000"/>
              <a:gd name="csX16" fmla="*/ 3141671 w 4960936"/>
              <a:gd name="csY16" fmla="*/ 1446249 h 6858000"/>
              <a:gd name="csX17" fmla="*/ 3539158 w 4960936"/>
              <a:gd name="csY17" fmla="*/ 911482 h 6858000"/>
              <a:gd name="csX18" fmla="*/ 3646173 w 4960936"/>
              <a:gd name="csY18" fmla="*/ 659378 h 6858000"/>
              <a:gd name="csX19" fmla="*/ 3669105 w 4960936"/>
              <a:gd name="csY19" fmla="*/ 582982 h 6858000"/>
              <a:gd name="csX20" fmla="*/ 3669105 w 4960936"/>
              <a:gd name="csY20" fmla="*/ 560064 h 6858000"/>
              <a:gd name="csX21" fmla="*/ 3676749 w 4960936"/>
              <a:gd name="csY21" fmla="*/ 560064 h 6858000"/>
              <a:gd name="csX22" fmla="*/ 3676749 w 4960936"/>
              <a:gd name="csY22" fmla="*/ 18612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60936" h="6858000">
                <a:moveTo>
                  <a:pt x="3676749" y="0"/>
                </a:moveTo>
                <a:lnTo>
                  <a:pt x="4960936" y="0"/>
                </a:lnTo>
                <a:lnTo>
                  <a:pt x="4960936" y="50187"/>
                </a:lnTo>
                <a:cubicBezTo>
                  <a:pt x="4960936" y="560064"/>
                  <a:pt x="4960936" y="560064"/>
                  <a:pt x="4960936" y="560064"/>
                </a:cubicBezTo>
                <a:cubicBezTo>
                  <a:pt x="4945648" y="926761"/>
                  <a:pt x="4823345" y="1209424"/>
                  <a:pt x="4670465" y="1515005"/>
                </a:cubicBezTo>
                <a:cubicBezTo>
                  <a:pt x="4509942" y="1812946"/>
                  <a:pt x="4303555" y="2103249"/>
                  <a:pt x="4051304" y="2355353"/>
                </a:cubicBezTo>
                <a:cubicBezTo>
                  <a:pt x="1811620" y="4586095"/>
                  <a:pt x="1811620" y="4586095"/>
                  <a:pt x="1811620" y="4586095"/>
                </a:cubicBezTo>
                <a:cubicBezTo>
                  <a:pt x="1696962" y="4700688"/>
                  <a:pt x="1544082" y="4929873"/>
                  <a:pt x="1444710" y="5181978"/>
                </a:cubicBezTo>
                <a:cubicBezTo>
                  <a:pt x="1337695" y="5434082"/>
                  <a:pt x="1284186" y="5701466"/>
                  <a:pt x="1284186" y="5861896"/>
                </a:cubicBezTo>
                <a:cubicBezTo>
                  <a:pt x="1284186" y="6203526"/>
                  <a:pt x="1284186" y="6513128"/>
                  <a:pt x="1284186" y="6793705"/>
                </a:cubicBezTo>
                <a:lnTo>
                  <a:pt x="1284186" y="6858000"/>
                </a:lnTo>
                <a:lnTo>
                  <a:pt x="0" y="6858000"/>
                </a:lnTo>
                <a:lnTo>
                  <a:pt x="0" y="6751557"/>
                </a:lnTo>
                <a:cubicBezTo>
                  <a:pt x="0" y="5861896"/>
                  <a:pt x="0" y="5861896"/>
                  <a:pt x="0" y="5861896"/>
                </a:cubicBezTo>
                <a:cubicBezTo>
                  <a:pt x="0" y="5464640"/>
                  <a:pt x="107015" y="5067385"/>
                  <a:pt x="259894" y="4693048"/>
                </a:cubicBezTo>
                <a:cubicBezTo>
                  <a:pt x="412774" y="4311072"/>
                  <a:pt x="626805" y="3959654"/>
                  <a:pt x="901988" y="3676991"/>
                </a:cubicBezTo>
                <a:cubicBezTo>
                  <a:pt x="3141671" y="1446249"/>
                  <a:pt x="3141671" y="1446249"/>
                  <a:pt x="3141671" y="1446249"/>
                </a:cubicBezTo>
                <a:cubicBezTo>
                  <a:pt x="3286907" y="1301098"/>
                  <a:pt x="3439786" y="1094831"/>
                  <a:pt x="3539158" y="911482"/>
                </a:cubicBezTo>
                <a:cubicBezTo>
                  <a:pt x="3592665" y="812168"/>
                  <a:pt x="3623241" y="728133"/>
                  <a:pt x="3646173" y="659378"/>
                </a:cubicBezTo>
                <a:cubicBezTo>
                  <a:pt x="3661461" y="628820"/>
                  <a:pt x="3669105" y="598262"/>
                  <a:pt x="3669105" y="582982"/>
                </a:cubicBezTo>
                <a:cubicBezTo>
                  <a:pt x="3669105" y="575343"/>
                  <a:pt x="3669105" y="567703"/>
                  <a:pt x="3669105" y="560064"/>
                </a:cubicBezTo>
                <a:cubicBezTo>
                  <a:pt x="3676749" y="560064"/>
                  <a:pt x="3676749" y="560064"/>
                  <a:pt x="3676749" y="560064"/>
                </a:cubicBezTo>
                <a:cubicBezTo>
                  <a:pt x="3676749" y="250663"/>
                  <a:pt x="3676749" y="95963"/>
                  <a:pt x="3676749" y="18612"/>
                </a:cubicBezTo>
                <a:close/>
              </a:path>
            </a:pathLst>
          </a:custGeom>
          <a:gradFill>
            <a:gsLst>
              <a:gs pos="0">
                <a:srgbClr val="FEF1F0"/>
              </a:gs>
              <a:gs pos="100000">
                <a:schemeClr val="accent2">
                  <a:alpha val="80000"/>
                </a:schemeClr>
              </a:gs>
            </a:gsLst>
            <a:lin ang="162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8241A24-F760-6563-F65B-1BB36C3F5106}"/>
              </a:ext>
            </a:extLst>
          </p:cNvPr>
          <p:cNvSpPr/>
          <p:nvPr userDrawn="1"/>
        </p:nvSpPr>
        <p:spPr>
          <a:xfrm>
            <a:off x="5510537" y="1998477"/>
            <a:ext cx="1299043" cy="1299043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0AF45208-A7C1-5B9F-C512-905938EAA8B1}"/>
              </a:ext>
            </a:extLst>
          </p:cNvPr>
          <p:cNvSpPr/>
          <p:nvPr userDrawn="1"/>
        </p:nvSpPr>
        <p:spPr>
          <a:xfrm>
            <a:off x="3325814" y="5988903"/>
            <a:ext cx="1299043" cy="869097"/>
          </a:xfrm>
          <a:custGeom>
            <a:avLst/>
            <a:gdLst>
              <a:gd name="csX0" fmla="*/ 649522 w 1299043"/>
              <a:gd name="csY0" fmla="*/ 0 h 869097"/>
              <a:gd name="csX1" fmla="*/ 1299043 w 1299043"/>
              <a:gd name="csY1" fmla="*/ 649522 h 869097"/>
              <a:gd name="csX2" fmla="*/ 1285847 w 1299043"/>
              <a:gd name="csY2" fmla="*/ 780424 h 869097"/>
              <a:gd name="csX3" fmla="*/ 1258322 w 1299043"/>
              <a:gd name="csY3" fmla="*/ 869097 h 869097"/>
              <a:gd name="csX4" fmla="*/ 40721 w 1299043"/>
              <a:gd name="csY4" fmla="*/ 869097 h 869097"/>
              <a:gd name="csX5" fmla="*/ 13196 w 1299043"/>
              <a:gd name="csY5" fmla="*/ 780424 h 869097"/>
              <a:gd name="csX6" fmla="*/ 0 w 1299043"/>
              <a:gd name="csY6" fmla="*/ 649522 h 869097"/>
              <a:gd name="csX7" fmla="*/ 649522 w 1299043"/>
              <a:gd name="csY7" fmla="*/ 0 h 869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99043" h="869097">
                <a:moveTo>
                  <a:pt x="649522" y="0"/>
                </a:moveTo>
                <a:cubicBezTo>
                  <a:pt x="1008243" y="0"/>
                  <a:pt x="1299043" y="290801"/>
                  <a:pt x="1299043" y="649522"/>
                </a:cubicBezTo>
                <a:cubicBezTo>
                  <a:pt x="1299043" y="694362"/>
                  <a:pt x="1294500" y="738141"/>
                  <a:pt x="1285847" y="780424"/>
                </a:cubicBezTo>
                <a:lnTo>
                  <a:pt x="1258322" y="869097"/>
                </a:lnTo>
                <a:lnTo>
                  <a:pt x="40721" y="869097"/>
                </a:lnTo>
                <a:lnTo>
                  <a:pt x="13196" y="780424"/>
                </a:lnTo>
                <a:cubicBezTo>
                  <a:pt x="4543" y="738141"/>
                  <a:pt x="0" y="694362"/>
                  <a:pt x="0" y="649522"/>
                </a:cubicBezTo>
                <a:cubicBezTo>
                  <a:pt x="0" y="290801"/>
                  <a:pt x="290801" y="0"/>
                  <a:pt x="649522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extplatzhalter 10">
            <a:extLst>
              <a:ext uri="{FF2B5EF4-FFF2-40B4-BE49-F238E27FC236}">
                <a16:creationId xmlns:a16="http://schemas.microsoft.com/office/drawing/2014/main" id="{7452033D-0F00-9EAE-2E55-B87272BE677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203951" y="4007978"/>
            <a:ext cx="4535998" cy="2013410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D8314D-6BC0-90C4-7767-C3CF089DE728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509977" y="1681827"/>
            <a:ext cx="3942382" cy="3942380"/>
          </a:xfrm>
          <a:prstGeom prst="ellipse">
            <a:avLst/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08204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rukturslide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893C48C-851D-8FD8-4644-658A3BF4E752}"/>
              </a:ext>
            </a:extLst>
          </p:cNvPr>
          <p:cNvSpPr/>
          <p:nvPr userDrawn="1"/>
        </p:nvSpPr>
        <p:spPr>
          <a:xfrm>
            <a:off x="-3564156" y="1808162"/>
            <a:ext cx="3312000" cy="42132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algn="l"/>
            <a:r>
              <a:rPr lang="de-DE" sz="1800" b="1" dirty="0">
                <a:solidFill>
                  <a:schemeClr val="tx1"/>
                </a:solidFill>
              </a:rPr>
              <a:t>Anmerkung:</a:t>
            </a:r>
            <a:br>
              <a:rPr lang="de-DE" sz="1800" b="1" dirty="0">
                <a:solidFill>
                  <a:schemeClr val="tx1"/>
                </a:solidFill>
              </a:rPr>
            </a:br>
            <a:r>
              <a:rPr lang="de-DE" sz="1800" b="0" dirty="0">
                <a:solidFill>
                  <a:schemeClr val="tx1"/>
                </a:solidFill>
              </a:rPr>
              <a:t>Dieses Layoutslide dient lediglich zur Strukturierung des Masters und sollte nicht in der eigentlichen Präsentation zum Einsatz kommen!</a:t>
            </a:r>
          </a:p>
        </p:txBody>
      </p:sp>
    </p:spTree>
    <p:extLst>
      <p:ext uri="{BB962C8B-B14F-4D97-AF65-F5344CB8AC3E}">
        <p14:creationId xmlns:p14="http://schemas.microsoft.com/office/powerpoint/2010/main" val="31197888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rafik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9631B4-D48A-4E75-9C51-2F3E23130DE8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BD9B87A9-985E-CA01-4F5D-63E74C92C04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5938" y="1592263"/>
            <a:ext cx="5472112" cy="442912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765827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png"/><Relationship Id="rId28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2.xml"/><Relationship Id="rId28" Type="http://schemas.openxmlformats.org/officeDocument/2006/relationships/theme" Target="../theme/theme2.xml"/><Relationship Id="rId29" Type="http://schemas.openxmlformats.org/officeDocument/2006/relationships/image" Target="../media/image3.png"/><Relationship Id="rId30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15D1A50-3143-5D38-FC28-F823527C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1160125" cy="5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33EBE5-3CFD-DED2-202C-E95FEE668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808163"/>
            <a:ext cx="11160124" cy="4213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E87A35-2C41-EAF6-0618-5D605C654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5938" y="6518032"/>
            <a:ext cx="720000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EC74487-15DF-4F5C-8789-36E0C518C606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6CAAA6-CC6F-55CF-BE9D-F97CB0017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5939" y="6518032"/>
            <a:ext cx="6660288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A9A8BB-6804-8412-26C6-3870EEBB6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18032"/>
            <a:ext cx="515938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DDBD6F-1080-5E31-8ED4-79FDEB173C62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869711" y="6351998"/>
            <a:ext cx="1080000" cy="26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58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707" r:id="rId12"/>
    <p:sldLayoutId id="2147483706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712" r:id="rId21"/>
    <p:sldLayoutId id="2147483678" r:id="rId22"/>
    <p:sldLayoutId id="2147483679" r:id="rId23"/>
    <p:sldLayoutId id="2147483680" r:id="rId24"/>
    <p:sldLayoutId id="2147483681" r:id="rId2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5000"/>
        </a:lnSpc>
        <a:spcBef>
          <a:spcPts val="2400"/>
        </a:spcBef>
        <a:buFont typeface="Arial" panose="020B0604020202020204" pitchFamily="34" charset="0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indent="-266700" algn="l" defTabSz="914400" rtl="0" eaLnBrk="1" latinLnBrk="0" hangingPunct="1">
        <a:lnSpc>
          <a:spcPct val="125000"/>
        </a:lnSpc>
        <a:spcBef>
          <a:spcPts val="0"/>
        </a:spcBef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77800" indent="-1778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361950" indent="-18415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538163" indent="-177800" algn="l" defTabSz="914400" rtl="0" eaLnBrk="1" latinLnBrk="0" hangingPunct="1">
        <a:lnSpc>
          <a:spcPct val="90000"/>
        </a:lnSpc>
        <a:spcBef>
          <a:spcPts val="500"/>
        </a:spcBef>
        <a:buFont typeface="Trebuchet MS" panose="020B0603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570">
          <p15:clr>
            <a:srgbClr val="F26B43"/>
          </p15:clr>
        </p15:guide>
        <p15:guide id="3" orient="horz" pos="527">
          <p15:clr>
            <a:srgbClr val="F26B43"/>
          </p15:clr>
        </p15:guide>
        <p15:guide id="4" orient="horz" pos="777">
          <p15:clr>
            <a:srgbClr val="F26B43"/>
          </p15:clr>
        </p15:guide>
        <p15:guide id="5" pos="325">
          <p15:clr>
            <a:srgbClr val="F26B43"/>
          </p15:clr>
        </p15:guide>
        <p15:guide id="6" pos="7355">
          <p15:clr>
            <a:srgbClr val="F26B43"/>
          </p15:clr>
        </p15:guide>
        <p15:guide id="7" pos="3772">
          <p15:clr>
            <a:srgbClr val="F26B43"/>
          </p15:clr>
        </p15:guide>
        <p15:guide id="8" pos="3908">
          <p15:clr>
            <a:srgbClr val="F26B43"/>
          </p15:clr>
        </p15:guide>
        <p15:guide id="9" orient="horz" pos="3793">
          <p15:clr>
            <a:srgbClr val="F26B43"/>
          </p15:clr>
        </p15:guide>
        <p15:guide id="10" pos="2717">
          <p15:clr>
            <a:srgbClr val="F26B43"/>
          </p15:clr>
        </p15:guide>
        <p15:guide id="11" pos="4963">
          <p15:clr>
            <a:srgbClr val="F26B43"/>
          </p15:clr>
        </p15:guide>
        <p15:guide id="12" pos="5110">
          <p15:clr>
            <a:srgbClr val="F26B43"/>
          </p15:clr>
        </p15:guide>
        <p15:guide id="13" orient="horz" pos="1139">
          <p15:clr>
            <a:srgbClr val="F26B43"/>
          </p15:clr>
        </p15:guide>
        <p15:guide id="14" pos="914">
          <p15:clr>
            <a:srgbClr val="F26B43"/>
          </p15:clr>
        </p15:guide>
        <p15:guide id="15" pos="676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15D1A50-3143-5D38-FC28-F823527C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1160125" cy="5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33EBE5-3CFD-DED2-202C-E95FEE668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808163"/>
            <a:ext cx="11160124" cy="4213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E87A35-2C41-EAF6-0618-5D605C654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5938" y="6518032"/>
            <a:ext cx="720000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81EA03-B98E-4C9F-9A6B-BA2A0AAAE355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6CAAA6-CC6F-55CF-BE9D-F97CB0017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5939" y="6518032"/>
            <a:ext cx="6660288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A9A8BB-6804-8412-26C6-3870EEBB6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18032"/>
            <a:ext cx="515938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DDBD6F-1080-5E31-8ED4-79FDEB173C62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10869713" y="6351998"/>
            <a:ext cx="1079996" cy="26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79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708" r:id="rId11"/>
    <p:sldLayoutId id="2147483709" r:id="rId12"/>
    <p:sldLayoutId id="2147483710" r:id="rId13"/>
    <p:sldLayoutId id="2147483711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13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14" r:id="rId2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5000"/>
        </a:lnSpc>
        <a:spcBef>
          <a:spcPts val="2400"/>
        </a:spcBef>
        <a:buFont typeface="Arial" panose="020B0604020202020204" pitchFamily="34" charset="0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indent="-266700" algn="l" defTabSz="914400" rtl="0" eaLnBrk="1" latinLnBrk="0" hangingPunct="1">
        <a:lnSpc>
          <a:spcPct val="125000"/>
        </a:lnSpc>
        <a:spcBef>
          <a:spcPts val="0"/>
        </a:spcBef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77800" indent="-1778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361950" indent="-18415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538163" indent="-177800" algn="l" defTabSz="914400" rtl="0" eaLnBrk="1" latinLnBrk="0" hangingPunct="1">
        <a:lnSpc>
          <a:spcPct val="90000"/>
        </a:lnSpc>
        <a:spcBef>
          <a:spcPts val="500"/>
        </a:spcBef>
        <a:buFont typeface="Trebuchet MS" panose="020B0603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570" userDrawn="1">
          <p15:clr>
            <a:srgbClr val="F26B43"/>
          </p15:clr>
        </p15:guide>
        <p15:guide id="3" orient="horz" pos="527" userDrawn="1">
          <p15:clr>
            <a:srgbClr val="F26B43"/>
          </p15:clr>
        </p15:guide>
        <p15:guide id="4" orient="horz" pos="777" userDrawn="1">
          <p15:clr>
            <a:srgbClr val="F26B43"/>
          </p15:clr>
        </p15:guide>
        <p15:guide id="5" pos="325" userDrawn="1">
          <p15:clr>
            <a:srgbClr val="F26B43"/>
          </p15:clr>
        </p15:guide>
        <p15:guide id="6" pos="7355" userDrawn="1">
          <p15:clr>
            <a:srgbClr val="F26B43"/>
          </p15:clr>
        </p15:guide>
        <p15:guide id="7" pos="3772" userDrawn="1">
          <p15:clr>
            <a:srgbClr val="F26B43"/>
          </p15:clr>
        </p15:guide>
        <p15:guide id="8" pos="3908" userDrawn="1">
          <p15:clr>
            <a:srgbClr val="F26B43"/>
          </p15:clr>
        </p15:guide>
        <p15:guide id="9" orient="horz" pos="3793" userDrawn="1">
          <p15:clr>
            <a:srgbClr val="F26B43"/>
          </p15:clr>
        </p15:guide>
        <p15:guide id="10" pos="2717" userDrawn="1">
          <p15:clr>
            <a:srgbClr val="F26B43"/>
          </p15:clr>
        </p15:guide>
        <p15:guide id="11" pos="4963" userDrawn="1">
          <p15:clr>
            <a:srgbClr val="F26B43"/>
          </p15:clr>
        </p15:guide>
        <p15:guide id="12" pos="5110" userDrawn="1">
          <p15:clr>
            <a:srgbClr val="F26B43"/>
          </p15:clr>
        </p15:guide>
        <p15:guide id="13" orient="horz" pos="1139" userDrawn="1">
          <p15:clr>
            <a:srgbClr val="F26B43"/>
          </p15:clr>
        </p15:guide>
        <p15:guide id="14" pos="914" userDrawn="1">
          <p15:clr>
            <a:srgbClr val="F26B43"/>
          </p15:clr>
        </p15:guide>
        <p15:guide id="15" pos="676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200">
                <a:latin typeface="Fira Sans"/>
              </a:rPr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rPr>
                <a:latin typeface="Fira Sans"/>
              </a:rPr>
              <a:t>Berlin Institute of Health at Charite</a:t>
            </a:r>
          </a:p>
          <a:p>
            <a:pPr/>
            <a:r>
              <a:rPr>
                <a:latin typeface="Fira Sans"/>
              </a:rPr>
              <a:t>01.06.2026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Scope MII PRO 2026.4.0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Zwei neue Symptom-Screening-Instrumente im MII PRO-Modul</a:t>
            </a:r>
          </a:p>
          <a:p>
            <a:pPr lvl="3"/>
            <a:r>
              <a:rPr>
                <a:latin typeface="Fira Sans"/>
              </a:rPr>
              <a:t>MIDOS2 (DGP, Palliativmedizin) — 13 Items, 4-stufige Skala</a:t>
            </a:r>
          </a:p>
          <a:p>
            <a:pPr lvl="3"/>
            <a:r>
              <a:rPr>
                <a:latin typeface="Fira Sans"/>
              </a:rPr>
              <a:t>PRO-CTCAE Onkologisches Basisscreening (DKG) — PRO-CTCAE-basiert, ~23 Items</a:t>
            </a:r>
          </a:p>
          <a:p>
            <a:pPr lvl="2"/>
            <a:r>
              <a:rPr>
                <a:latin typeface="Fira Sans"/>
              </a:rPr>
              <a:t>Beide bilden dieselbe Symptomliste ab, mit unterschiedlicher Skalen-Granularität</a:t>
            </a:r>
          </a:p>
          <a:p>
            <a:pPr lvl="2"/>
            <a:r>
              <a:rPr>
                <a:latin typeface="Fira Sans"/>
              </a:rPr>
              <a:t>Voraussetzung: PRO-CTCAE Complete als kanonische Itembank (Master Questionnaire)</a:t>
            </a:r>
          </a:p>
          <a:p>
            <a:pPr lvl="2"/>
            <a:r>
              <a:rPr>
                <a:latin typeface="Fira Sans"/>
              </a:rPr>
              <a:t>Quellverifikation gegen NCI-Originaldokumente (EN/DE) als Qualitätssicherung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PRO-CTCAE Complete als Master, Derivate für Use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PRO-CTCAE Complete (Master)</a:t>
            </a:r>
          </a:p>
          <a:p>
            <a:pPr lvl="3"/>
            <a:r>
              <a:rPr>
                <a:latin typeface="Fira Sans"/>
              </a:rPr>
              <a:t>124 Items / 78 AEs</a:t>
            </a:r>
          </a:p>
          <a:p>
            <a:pPr lvl="3"/>
            <a:r>
              <a:rPr>
                <a:latin typeface="Fira Sans"/>
              </a:rPr>
              <a:t>Itembank — kanonische Quelle</a:t>
            </a:r>
          </a:p>
          <a:p>
            <a:pPr lvl="3"/>
            <a:r>
              <a:rPr>
                <a:latin typeface="Fira Sans"/>
              </a:rPr>
              <a:t>Status experimental, nicht im Package</a:t>
            </a:r>
          </a:p>
          <a:p>
            <a:pPr lvl="2"/>
            <a:r>
              <a:rPr>
                <a:latin typeface="Fira Sans"/>
              </a:rPr>
              <a:t>Derivate via derivedFrom</a:t>
            </a:r>
          </a:p>
          <a:p>
            <a:pPr lvl="3"/>
            <a:r>
              <a:rPr>
                <a:latin typeface="Fira Sans"/>
              </a:rPr>
              <a:t>PRO-CTCAE Onkologisches Basisscreening (~23 Items, neu)</a:t>
            </a:r>
          </a:p>
          <a:p>
            <a:pPr lvl="3"/>
            <a:r>
              <a:rPr>
                <a:latin typeface="Fira Sans"/>
              </a:rPr>
              <a:t>PRO-CTCAE Breast-DE (21 Items, refactoring auf derivedFrom Master nötig)</a:t>
            </a:r>
          </a:p>
          <a:p>
            <a:pPr lvl="2"/>
            <a:r>
              <a:rPr>
                <a:latin typeface="Fira Sans"/>
              </a:rPr>
              <a:t>MIDOS2 — eigenständiges Instrument</a:t>
            </a:r>
          </a:p>
          <a:p>
            <a:pPr lvl="3"/>
            <a:r>
              <a:rPr>
                <a:latin typeface="Fira Sans"/>
              </a:rPr>
              <a:t>Eigene Antwortskala (DGP, 4-stufig)</a:t>
            </a:r>
          </a:p>
          <a:p>
            <a:pPr lvl="3"/>
            <a:r>
              <a:rPr>
                <a:latin typeface="Fira Sans"/>
              </a:rPr>
              <a:t>Mapping zu PRO-CTCAE-Codes als ConceptMap (später)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Itembank braucht Item-Operationalisierung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CodeSystem trägt nur Code + Display-Text pro Item</a:t>
            </a:r>
          </a:p>
          <a:p>
            <a:pPr lvl="2"/>
            <a:r>
              <a:rPr>
                <a:latin typeface="Fira Sans"/>
              </a:rPr>
              <a:t>Master-Questionnaire trägt zusätzlich</a:t>
            </a:r>
          </a:p>
          <a:p>
            <a:pPr lvl="3"/>
            <a:r>
              <a:rPr>
                <a:latin typeface="Fira Sans"/>
              </a:rPr>
              <a:t>Antwortskalen (Severity/Frequency/Interference)</a:t>
            </a:r>
          </a:p>
          <a:p>
            <a:pPr lvl="3"/>
            <a:r>
              <a:rPr>
                <a:latin typeface="Fira Sans"/>
              </a:rPr>
              <a:t>ordinalValue-Extensions für Scoring</a:t>
            </a:r>
          </a:p>
          <a:p>
            <a:pPr lvl="3"/>
            <a:r>
              <a:rPr>
                <a:latin typeface="Fira Sans"/>
              </a:rPr>
              <a:t>Conditional Logic (z.B. Severity nur wenn Frequency &gt; 0)</a:t>
            </a:r>
          </a:p>
          <a:p>
            <a:pPr lvl="3"/>
            <a:r>
              <a:rPr>
                <a:latin typeface="Fira Sans"/>
              </a:rPr>
              <a:t>Rendering-Hinweise, Übersetzungen pro Antwortoption</a:t>
            </a:r>
          </a:p>
          <a:p>
            <a:pPr lvl="2"/>
            <a:r>
              <a:rPr>
                <a:latin typeface="Fira Sans"/>
              </a:rPr>
              <a:t>Questionnaire.derivedFrom ist die korrekte FHIR-Semantik für Variant-Beziehungen</a:t>
            </a:r>
          </a:p>
          <a:p>
            <a:pPr lvl="2"/>
            <a:r>
              <a:rPr>
                <a:latin typeface="Fira Sans"/>
              </a:rPr>
              <a:t>CodeSystem bleibt — als semantisches Registry für Observation.code, Mappings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13 Items nach Stiel et al. 2010/2012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11 Symptom-Items mit 4-stufiger DGP-Skala (kein/leicht/mittel/stark)</a:t>
            </a:r>
          </a:p>
          <a:p>
            <a:pPr lvl="3"/>
            <a:r>
              <a:rPr>
                <a:latin typeface="Fira Sans"/>
              </a:rPr>
              <a:t>Schmerz, Übelkeit, Erbrechen, Luftnot, Verstopfung</a:t>
            </a:r>
          </a:p>
          <a:p>
            <a:pPr lvl="3"/>
            <a:r>
              <a:rPr>
                <a:latin typeface="Fira Sans"/>
              </a:rPr>
              <a:t>Schwäche, Müdigkeit, Appetitmangel</a:t>
            </a:r>
          </a:p>
          <a:p>
            <a:pPr lvl="3"/>
            <a:r>
              <a:rPr>
                <a:latin typeface="Fira Sans"/>
              </a:rPr>
              <a:t>Depressivität, Angst, Anspannung</a:t>
            </a:r>
          </a:p>
          <a:p>
            <a:pPr lvl="2"/>
            <a:r>
              <a:rPr>
                <a:latin typeface="Fira Sans"/>
              </a:rPr>
              <a:t>1 Item "Wohlbefinden gesamt"</a:t>
            </a:r>
          </a:p>
          <a:p>
            <a:pPr lvl="2"/>
            <a:r>
              <a:rPr>
                <a:latin typeface="Fira Sans"/>
              </a:rPr>
              <a:t>1 offenes Item für sonstige Symptome</a:t>
            </a:r>
          </a:p>
          <a:p>
            <a:pPr lvl="2"/>
            <a:r>
              <a:rPr>
                <a:latin typeface="Fira Sans"/>
              </a:rPr>
              <a:t>LIZENZ: DGP, frei für klinische und Forschungszwecke</a:t>
            </a:r>
          </a:p>
          <a:p>
            <a:pPr lvl="2"/>
            <a:r>
              <a:rPr>
                <a:latin typeface="Fira Sans"/>
              </a:rPr>
              <a:t>TODO: Source-Verifikation gegen Stiel et al. 2010 (Schmerz, DOI 10.1007/s00482-010-0972-5) sowie Stiel et al. 2012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Abgleich mit NCI-Originaldokumenten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Quelldokumente direkt vom NCI bezogen</a:t>
            </a:r>
          </a:p>
          <a:p>
            <a:pPr lvl="3"/>
            <a:r>
              <a:rPr>
                <a:latin typeface="Fira Sans"/>
              </a:rPr>
              <a:t>PRO-CTCAE Item Library v1.0 English (healthcaredelivery.cancer.gov)</a:t>
            </a:r>
          </a:p>
          <a:p>
            <a:pPr lvl="3"/>
            <a:r>
              <a:rPr>
                <a:latin typeface="Fira Sans"/>
              </a:rPr>
              <a:t>PRO-CTCAE deutsche Übersetzung (NCI-autorisiert)</a:t>
            </a:r>
          </a:p>
          <a:p>
            <a:pPr lvl="3"/>
            <a:r>
              <a:rPr>
                <a:latin typeface="Fira Sans"/>
              </a:rPr>
              <a:t>Quick Guide to the Item Library (Version 5/12/2025)</a:t>
            </a:r>
          </a:p>
          <a:p>
            <a:pPr lvl="2"/>
            <a:r>
              <a:rPr>
                <a:latin typeface="Fira Sans"/>
              </a:rPr>
              <a:t>Vergleichsmethode</a:t>
            </a:r>
          </a:p>
          <a:p>
            <a:pPr lvl="3"/>
            <a:r>
              <a:rPr>
                <a:latin typeface="Fira Sans"/>
              </a:rPr>
              <a:t>Per AE: Symptom-Term, Attribute, Fragetext EN, Fragetext DE</a:t>
            </a:r>
          </a:p>
          <a:p>
            <a:pPr lvl="3"/>
            <a:r>
              <a:rPr>
                <a:latin typeface="Fira Sans"/>
              </a:rPr>
              <a:t>Stichproben aus aktueller FSH (CodeSystem + Breast-DE Questionnaire)</a:t>
            </a:r>
          </a:p>
          <a:p>
            <a:pPr lvl="2"/>
            <a:r>
              <a:rPr>
                <a:latin typeface="Fira Sans"/>
              </a:rPr>
              <a:t>Status: 10 AEs für MIDOS-Mapping geprüft, Vollabgleich aller 78 AEs ausstehend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Beispiel AE #9 Nausea / Übelkeit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NCI deutsches Originaldokument</a:t>
            </a:r>
          </a:p>
          <a:p>
            <a:pPr lvl="3"/>
            <a:r>
              <a:rPr>
                <a:latin typeface="Fira Sans"/>
              </a:rPr>
              <a:t>Symptom Term EN: Nausea</a:t>
            </a:r>
          </a:p>
          <a:p>
            <a:pPr lvl="3"/>
            <a:r>
              <a:rPr>
                <a:latin typeface="Fira Sans"/>
              </a:rPr>
              <a:t>Symptom Term DE: ÜBELKEIT</a:t>
            </a:r>
          </a:p>
          <a:p>
            <a:pPr lvl="3"/>
            <a:r>
              <a:rPr>
                <a:latin typeface="Fira Sans"/>
              </a:rPr>
              <a:t>Item a — Frequency: "Wie HÄUFIG hatten Sie ÜBELKEIT?"</a:t>
            </a:r>
          </a:p>
          <a:p>
            <a:pPr lvl="3"/>
            <a:r>
              <a:rPr>
                <a:latin typeface="Fira Sans"/>
              </a:rPr>
              <a:t>Item b — Severity: "Wie STARK war Ihre ÜBELKEIT im SCHLIMMSTEN FALL?"</a:t>
            </a:r>
          </a:p>
          <a:p>
            <a:pPr lvl="2"/>
            <a:r>
              <a:rPr>
                <a:latin typeface="Fira Sans"/>
              </a:rPr>
              <a:t>MII FSH Implementierung</a:t>
            </a:r>
          </a:p>
          <a:p>
            <a:pPr lvl="3"/>
            <a:r>
              <a:rPr>
                <a:latin typeface="Fira Sans"/>
              </a:rPr>
              <a:t>linkId proctcae-09 (group)</a:t>
            </a:r>
          </a:p>
          <a:p>
            <a:pPr lvl="3"/>
            <a:r>
              <a:rPr>
                <a:latin typeface="Fira Sans"/>
              </a:rPr>
              <a:t>proctcae-09a-frq: identischer Fragetext ✓</a:t>
            </a:r>
          </a:p>
          <a:p>
            <a:pPr lvl="3"/>
            <a:r>
              <a:rPr>
                <a:latin typeface="Fira Sans"/>
              </a:rPr>
              <a:t>proctcae-09b-sev: identischer Fragetext ✓</a:t>
            </a:r>
          </a:p>
          <a:p>
            <a:pPr lvl="3"/>
            <a:r>
              <a:rPr>
                <a:latin typeface="Fira Sans"/>
              </a:rPr>
              <a:t>Antwortcodes proctcae-frequency-{0..4} und -severity-{0..4} ✓</a:t>
            </a:r>
          </a:p>
          <a:p>
            <a:pPr lvl="2"/>
            <a:r>
              <a:rPr>
                <a:latin typeface="Fira Sans"/>
              </a:rPr>
              <a:t>Ergebnis: MATCH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Zu korrigieren in mii-cs-pro-pro-ctcae.fsh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AE #27 Hair Loss</a:t>
            </a:r>
          </a:p>
          <a:p>
            <a:pPr lvl="3"/>
            <a:r>
              <a:rPr>
                <a:latin typeface="Fira Sans"/>
              </a:rPr>
              <a:t>NCI Quick Guide: Attribute A (Amount)</a:t>
            </a:r>
          </a:p>
          <a:p>
            <a:pPr lvl="3"/>
            <a:r>
              <a:rPr>
                <a:latin typeface="Fira Sans"/>
              </a:rPr>
              <a:t>Unser CodeSystem: int only — FALSCH</a:t>
            </a:r>
          </a:p>
          <a:p>
            <a:pPr lvl="3"/>
            <a:r>
              <a:rPr>
                <a:latin typeface="Fira Sans"/>
              </a:rPr>
              <a:t>Empfehlung: amt only, eigene Antwortskala anlegen</a:t>
            </a:r>
          </a:p>
          <a:p>
            <a:pPr lvl="2"/>
            <a:r>
              <a:rPr>
                <a:latin typeface="Fira Sans"/>
              </a:rPr>
              <a:t>AE #59 Vaginal Discharge</a:t>
            </a:r>
          </a:p>
          <a:p>
            <a:pPr lvl="3"/>
            <a:r>
              <a:rPr>
                <a:latin typeface="Fira Sans"/>
              </a:rPr>
              <a:t>NCI Quick Guide: Attribute A (Amount)</a:t>
            </a:r>
          </a:p>
          <a:p>
            <a:pPr lvl="3"/>
            <a:r>
              <a:rPr>
                <a:latin typeface="Fira Sans"/>
              </a:rPr>
              <a:t>Unser CodeSystem: int only — FALSCH</a:t>
            </a:r>
          </a:p>
          <a:p>
            <a:pPr lvl="3"/>
            <a:r>
              <a:rPr>
                <a:latin typeface="Fira Sans"/>
              </a:rPr>
              <a:t>Empfehlung: amt only</a:t>
            </a:r>
          </a:p>
          <a:p>
            <a:pPr lvl="2"/>
            <a:r>
              <a:rPr>
                <a:latin typeface="Fira Sans"/>
              </a:rPr>
              <a:t>Konsequenz: A=Amount-Skala fehlt komplett im CodeSystem</a:t>
            </a:r>
          </a:p>
          <a:p>
            <a:pPr lvl="2"/>
            <a:r>
              <a:rPr>
                <a:latin typeface="Fira Sans"/>
              </a:rPr>
              <a:t>Aufwand: 1 ValueSet + 2 Item-Korrekturen</a:t>
            </a:r>
          </a:p>
          <a:p>
            <a:pPr lvl="2"/>
            <a:r>
              <a:rPr>
                <a:latin typeface="Fira Sans"/>
              </a:rPr>
              <a:t>Vermutlich weitere Funde bei Vollabgleich der restlichen 68 AEs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11 mappbare AEs, 23 Items für Onkologisches Basisscreening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Schmerz — AE #48 General Pain (frq+sev+int → 3 Items)</a:t>
            </a:r>
          </a:p>
          <a:p>
            <a:pPr lvl="2"/>
            <a:r>
              <a:rPr>
                <a:latin typeface="Fira Sans"/>
              </a:rPr>
              <a:t>Übelkeit — AE #9 Nausea (frq+sev → 2 Items)</a:t>
            </a:r>
          </a:p>
          <a:p>
            <a:pPr lvl="2"/>
            <a:r>
              <a:rPr>
                <a:latin typeface="Fira Sans"/>
              </a:rPr>
              <a:t>Erbrechen — AE #10 Vomiting (frq+sev → 2 Items)</a:t>
            </a:r>
          </a:p>
          <a:p>
            <a:pPr lvl="2"/>
            <a:r>
              <a:rPr>
                <a:latin typeface="Fira Sans"/>
              </a:rPr>
              <a:t>Luftnot — AE #19 Shortness of Breath (sev+int → 2 Items)</a:t>
            </a:r>
          </a:p>
          <a:p>
            <a:pPr lvl="2"/>
            <a:r>
              <a:rPr>
                <a:latin typeface="Fira Sans"/>
              </a:rPr>
              <a:t>Verstopfung — AE #15 Constipation (sev → 1 Item)</a:t>
            </a:r>
          </a:p>
          <a:p>
            <a:pPr lvl="2"/>
            <a:r>
              <a:rPr>
                <a:latin typeface="Fira Sans"/>
              </a:rPr>
              <a:t>Müdigkeit / Schwäche — AE #53 Fatigue (sev+int → 2 Items)</a:t>
            </a:r>
          </a:p>
          <a:p>
            <a:pPr lvl="2"/>
            <a:r>
              <a:rPr>
                <a:latin typeface="Fira Sans"/>
              </a:rPr>
              <a:t>Appetitmangel — AE #8 Decreased Appetite (sev+int → 2 Items)</a:t>
            </a:r>
          </a:p>
          <a:p>
            <a:pPr lvl="2"/>
            <a:r>
              <a:rPr>
                <a:latin typeface="Fira Sans"/>
              </a:rPr>
              <a:t>Depressivität — AE #55 Discouraged + AE #56 Sad (je frq+sev+int → 6 Items)</a:t>
            </a:r>
          </a:p>
          <a:p>
            <a:pPr lvl="2"/>
            <a:r>
              <a:rPr>
                <a:latin typeface="Fira Sans"/>
              </a:rPr>
              <a:t>Angst / Anspannung — AE #54 Anxiety (frq+sev+int → 3 Items)</a:t>
            </a:r>
          </a:p>
          <a:p>
            <a:pPr lvl="2"/>
            <a:r>
              <a:rPr>
                <a:latin typeface="Fira Sans"/>
              </a:rPr>
              <a:t>Summe: 11 AEs, 23 Items im Onkologischen Basisscreening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Wo MIDOS2 und PRO-CTCAE konzeptuell auseinandergehen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Schwäche vs. Müdigkeit</a:t>
            </a:r>
          </a:p>
          <a:p>
            <a:pPr lvl="3"/>
            <a:r>
              <a:rPr>
                <a:latin typeface="Fira Sans"/>
              </a:rPr>
              <a:t>MIDOS2: zwei separate Items</a:t>
            </a:r>
          </a:p>
          <a:p>
            <a:pPr lvl="3"/>
            <a:r>
              <a:rPr>
                <a:latin typeface="Fira Sans"/>
              </a:rPr>
              <a:t>PRO-CTCAE: gebündelt in AE #53 Fatigue (Müdigkeit, Erschöpfung oder fehlende Energie)</a:t>
            </a:r>
          </a:p>
          <a:p>
            <a:pPr lvl="3"/>
            <a:r>
              <a:rPr>
                <a:latin typeface="Fira Sans"/>
              </a:rPr>
              <a:t>Vorschlag: im Onkologischen Basisscreening als Fatigue, in MIDOS2 beide behalten</a:t>
            </a:r>
          </a:p>
          <a:p>
            <a:pPr lvl="2"/>
            <a:r>
              <a:rPr>
                <a:latin typeface="Fira Sans"/>
              </a:rPr>
              <a:t>Anspannung vs. Angst</a:t>
            </a:r>
          </a:p>
          <a:p>
            <a:pPr lvl="3"/>
            <a:r>
              <a:rPr>
                <a:latin typeface="Fira Sans"/>
              </a:rPr>
              <a:t>MIDOS2: zwei separate Items</a:t>
            </a:r>
          </a:p>
          <a:p>
            <a:pPr lvl="3"/>
            <a:r>
              <a:rPr>
                <a:latin typeface="Fira Sans"/>
              </a:rPr>
              <a:t>PRO-CTCAE: gebündelt in AE #54 Anxiety</a:t>
            </a:r>
          </a:p>
          <a:p>
            <a:pPr lvl="3"/>
            <a:r>
              <a:rPr>
                <a:latin typeface="Fira Sans"/>
              </a:rPr>
              <a:t>Vorschlag: analog zu Fatigue</a:t>
            </a:r>
          </a:p>
          <a:p>
            <a:pPr lvl="2"/>
            <a:r>
              <a:rPr>
                <a:latin typeface="Fira Sans"/>
              </a:rPr>
              <a:t>Depressivität (PRO-CTCAE zerlegt in zwei AEs)</a:t>
            </a:r>
          </a:p>
          <a:p>
            <a:pPr lvl="3"/>
            <a:r>
              <a:rPr>
                <a:latin typeface="Fira Sans"/>
              </a:rPr>
              <a:t>MIDOS2: ein Item "Depressivität"</a:t>
            </a:r>
          </a:p>
          <a:p>
            <a:pPr lvl="3"/>
            <a:r>
              <a:rPr>
                <a:latin typeface="Fira Sans"/>
              </a:rPr>
              <a:t>PRO-CTCAE: #55 Discouraged (Mutlosigkeit) + #56 Sad (Traurigkeit)</a:t>
            </a:r>
          </a:p>
          <a:p>
            <a:pPr lvl="3"/>
            <a:r>
              <a:rPr>
                <a:latin typeface="Fira Sans"/>
              </a:rPr>
              <a:t>Vorschlag: beide AEs ins Basisscreening — PRO-CTCAE-konformes Mehrfach-Mapping (6 Items)</a:t>
            </a:r>
          </a:p>
          <a:p>
            <a:pPr lvl="2"/>
            <a:r>
              <a:rPr>
                <a:latin typeface="Fira Sans"/>
              </a:rPr>
              <a:t>Wohlbefinden gesamt</a:t>
            </a:r>
          </a:p>
          <a:p>
            <a:pPr lvl="3"/>
            <a:r>
              <a:rPr>
                <a:latin typeface="Fira Sans"/>
              </a:rPr>
              <a:t>MIDOS2: globales Wohlbefinden-Item</a:t>
            </a:r>
          </a:p>
          <a:p>
            <a:pPr lvl="3"/>
            <a:r>
              <a:rPr>
                <a:latin typeface="Fira Sans"/>
              </a:rPr>
              <a:t>PRO-CTCAE: kein Äquivalent vorhanden</a:t>
            </a:r>
          </a:p>
          <a:p>
            <a:pPr lvl="3"/>
            <a:r>
              <a:rPr>
                <a:latin typeface="Fira Sans"/>
              </a:rPr>
              <a:t>Vorschlag: Onkologisches Basisscreening lässt es weg — Stakeholder-Frage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Item-Anzahl pro Instrument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MIDOS2 (eigenständig)</a:t>
            </a:r>
          </a:p>
          <a:p>
            <a:pPr lvl="3"/>
            <a:r>
              <a:rPr>
                <a:latin typeface="Fira Sans"/>
              </a:rPr>
              <a:t>11 Symptom-Items, 4-stufig</a:t>
            </a:r>
          </a:p>
          <a:p>
            <a:pPr lvl="3"/>
            <a:r>
              <a:rPr>
                <a:latin typeface="Fira Sans"/>
              </a:rPr>
              <a:t>1 Wohlbefinden-Item</a:t>
            </a:r>
          </a:p>
          <a:p>
            <a:pPr lvl="3"/>
            <a:r>
              <a:rPr>
                <a:latin typeface="Fira Sans"/>
              </a:rPr>
              <a:t>1 freitext</a:t>
            </a:r>
          </a:p>
          <a:p>
            <a:pPr lvl="3"/>
            <a:r>
              <a:rPr>
                <a:latin typeface="Fira Sans"/>
              </a:rPr>
              <a:t>Gesamt: 13 Items</a:t>
            </a:r>
          </a:p>
          <a:p>
            <a:pPr lvl="2"/>
            <a:r>
              <a:rPr>
                <a:latin typeface="Fira Sans"/>
              </a:rPr>
              <a:t>PRO-CTCAE Onkologisches Basisscreening (derivedFrom Master)</a:t>
            </a:r>
          </a:p>
          <a:p>
            <a:pPr lvl="3"/>
            <a:r>
              <a:rPr>
                <a:latin typeface="Fira Sans"/>
              </a:rPr>
              <a:t>23 Items aus 11 AEs</a:t>
            </a:r>
          </a:p>
          <a:p>
            <a:pPr lvl="3"/>
            <a:r>
              <a:rPr>
                <a:latin typeface="Fira Sans"/>
              </a:rPr>
              <a:t>5-stufige PRO-CTCAE-Skalen</a:t>
            </a:r>
          </a:p>
          <a:p>
            <a:pPr lvl="3"/>
            <a:r>
              <a:rPr>
                <a:latin typeface="Fira Sans"/>
              </a:rPr>
              <a:t>Eine bis drei Fragen pro Symptom je nach AE-Profil</a:t>
            </a:r>
          </a:p>
          <a:p>
            <a:pPr lvl="3"/>
            <a:r>
              <a:rPr>
                <a:latin typeface="Fira Sans"/>
              </a:rPr>
              <a:t>Conditional Logic optional (z.B. Severity überspringen bei Frequency=0)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Was steht, was fehlt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Bereits in dev</a:t>
            </a:r>
          </a:p>
          <a:p>
            <a:pPr lvl="3"/>
            <a:r>
              <a:rPr>
                <a:latin typeface="Fira Sans"/>
              </a:rPr>
              <a:t>PRO-CTCAE CodeSystem mit 124 Items EN+DE</a:t>
            </a:r>
          </a:p>
          <a:p>
            <a:pPr lvl="3"/>
            <a:r>
              <a:rPr>
                <a:latin typeface="Fira Sans"/>
              </a:rPr>
              <a:t>PRO-CTCAE ValueSets für alle Skalen</a:t>
            </a:r>
          </a:p>
          <a:p>
            <a:pPr lvl="3"/>
            <a:r>
              <a:rPr>
                <a:latin typeface="Fira Sans"/>
              </a:rPr>
              <a:t>PRO-CTCAE Breast-DE Questionnaire (21 Items)</a:t>
            </a:r>
          </a:p>
          <a:p>
            <a:pPr lvl="3"/>
            <a:r>
              <a:rPr>
                <a:latin typeface="Fira Sans"/>
              </a:rPr>
              <a:t>CQL Library mit Composite Grade + Average Composite Score</a:t>
            </a:r>
          </a:p>
          <a:p>
            <a:pPr lvl="2"/>
            <a:r>
              <a:rPr>
                <a:latin typeface="Fira Sans"/>
              </a:rPr>
              <a:t>Zu bauen für 2026.4.0</a:t>
            </a:r>
          </a:p>
          <a:p>
            <a:pPr lvl="3"/>
            <a:r>
              <a:rPr>
                <a:latin typeface="Fira Sans"/>
              </a:rPr>
              <a:t>PRO-CTCAE Complete Master Questionnaire (124 Items, experimental)</a:t>
            </a:r>
          </a:p>
          <a:p>
            <a:pPr lvl="3"/>
            <a:r>
              <a:rPr>
                <a:latin typeface="Fira Sans"/>
              </a:rPr>
              <a:t>mii-qst-pro-pro-ctcae-onkologisches-basisscreening (~23 Items, derivedFrom Master)</a:t>
            </a:r>
          </a:p>
          <a:p>
            <a:pPr lvl="3"/>
            <a:r>
              <a:rPr>
                <a:latin typeface="Fira Sans"/>
              </a:rPr>
              <a:t>MIDOS2 Questionnaire (13 Items, eigenständig)</a:t>
            </a:r>
          </a:p>
          <a:p>
            <a:pPr lvl="3"/>
            <a:r>
              <a:rPr>
                <a:latin typeface="Fira Sans"/>
              </a:rPr>
              <a:t>MIDOS2 CodeSystem für DGP-Antwortskala</a:t>
            </a:r>
          </a:p>
          <a:p>
            <a:pPr lvl="3"/>
            <a:r>
              <a:rPr>
                <a:latin typeface="Fira Sans"/>
              </a:rPr>
              <a:t>Korrektur AE #27 und #59 im PRO-CTCAE CodeSystem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Stakeholder-Fragen vor Implementierung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Mapping-Granularität bestätigen</a:t>
            </a:r>
          </a:p>
          <a:p>
            <a:pPr lvl="3"/>
            <a:r>
              <a:rPr>
                <a:latin typeface="Fira Sans"/>
              </a:rPr>
              <a:t>Schwäche und Anspannung in MIDOS2 zusätzlich behalten — OK?</a:t>
            </a:r>
          </a:p>
          <a:p>
            <a:pPr lvl="3"/>
            <a:r>
              <a:rPr>
                <a:latin typeface="Fira Sans"/>
              </a:rPr>
              <a:t>Wohlbefinden gesamt nur in MIDOS2, nicht im Onkologischen Basisscreening — OK?</a:t>
            </a:r>
          </a:p>
          <a:p>
            <a:pPr lvl="3"/>
            <a:r>
              <a:rPr>
                <a:latin typeface="Fira Sans"/>
              </a:rPr>
              <a:t>Depressivität auf #55 + #56 mappen (6 Items für ein MIDOS-Symptom) — OK?</a:t>
            </a:r>
          </a:p>
          <a:p>
            <a:pPr lvl="2"/>
            <a:r>
              <a:rPr>
                <a:latin typeface="Fira Sans"/>
              </a:rPr>
              <a:t>Onkologisches Basisscreening — Antwortskalen</a:t>
            </a:r>
          </a:p>
          <a:p>
            <a:pPr lvl="3"/>
            <a:r>
              <a:rPr>
                <a:latin typeface="Fira Sans"/>
              </a:rPr>
              <a:t>PRO-CTCAE-Standard 5-stufig je Attribut — OK?</a:t>
            </a:r>
          </a:p>
          <a:p>
            <a:pPr lvl="3"/>
            <a:r>
              <a:rPr>
                <a:latin typeface="Fira Sans"/>
              </a:rPr>
              <a:t>Alternativ alle Symptome nur Severity, kein Frequency/Interference?</a:t>
            </a:r>
          </a:p>
          <a:p>
            <a:pPr lvl="2"/>
            <a:r>
              <a:rPr>
                <a:latin typeface="Fira Sans"/>
              </a:rPr>
              <a:t>MIDOS2 — Source-Verifikation</a:t>
            </a:r>
          </a:p>
          <a:p>
            <a:pPr lvl="3"/>
            <a:r>
              <a:rPr>
                <a:latin typeface="Fira Sans"/>
              </a:rPr>
              <a:t>Wer hat Zugriff auf Stiel et al. 2010/2012 zur Item-Verifikation?</a:t>
            </a:r>
          </a:p>
          <a:p>
            <a:pPr lvl="2"/>
            <a:r>
              <a:rPr>
                <a:latin typeface="Fira Sans"/>
              </a:rPr>
              <a:t>PRO-CTCAE-Korrekturen</a:t>
            </a:r>
          </a:p>
          <a:p>
            <a:pPr lvl="3"/>
            <a:r>
              <a:rPr>
                <a:latin typeface="Fira Sans"/>
              </a:rPr>
              <a:t>Diskrepanzen AE #27, #59 — direkt in 2026.4.0 mit beheben?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Vorgeschlagener Ablauf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Heute — Diskussionsstand abstimmen</a:t>
            </a:r>
          </a:p>
          <a:p>
            <a:pPr lvl="2"/>
            <a:r>
              <a:rPr>
                <a:latin typeface="Fira Sans"/>
              </a:rPr>
              <a:t>Nach Stakeholder-Feedback</a:t>
            </a:r>
          </a:p>
          <a:p>
            <a:pPr lvl="3"/>
            <a:r>
              <a:rPr>
                <a:latin typeface="Fira Sans"/>
              </a:rPr>
              <a:t>Bead kerndatensatzmodul-proms-34n MIDOS2 claim</a:t>
            </a:r>
          </a:p>
          <a:p>
            <a:pPr lvl="3"/>
            <a:r>
              <a:rPr>
                <a:latin typeface="Fira Sans"/>
              </a:rPr>
              <a:t>Bead kerndatensatzmodul-proms-5jd Literatur-Verifikation parallel</a:t>
            </a:r>
          </a:p>
          <a:p>
            <a:pPr lvl="3"/>
            <a:r>
              <a:rPr>
                <a:latin typeface="Fira Sans"/>
              </a:rPr>
              <a:t>Feature-Branch feature/v2026.4.0-symptom-screening (bereits angelegt)</a:t>
            </a:r>
          </a:p>
          <a:p>
            <a:pPr lvl="3"/>
            <a:r>
              <a:rPr>
                <a:latin typeface="Fira Sans"/>
              </a:rPr>
              <a:t>PRO-CTCAE Master Questionnaire aus CodeSystem generieren</a:t>
            </a:r>
          </a:p>
          <a:p>
            <a:pPr lvl="3"/>
            <a:r>
              <a:rPr>
                <a:latin typeface="Fira Sans"/>
              </a:rPr>
              <a:t>Onkologisches Basisscreening manuell kuratieren</a:t>
            </a:r>
          </a:p>
          <a:p>
            <a:pPr lvl="3"/>
            <a:r>
              <a:rPr>
                <a:latin typeface="Fira Sans"/>
              </a:rPr>
              <a:t>MIDOS2 nach Source-Verifikation implementieren</a:t>
            </a:r>
          </a:p>
          <a:p>
            <a:pPr lvl="2"/>
            <a:r>
              <a:rPr>
                <a:latin typeface="Fira Sans"/>
              </a:rPr>
              <a:t>Release-Ziel 2026.4.0</a:t>
            </a:r>
          </a:p>
          <a:p>
            <a:pPr lvl="3"/>
            <a:r>
              <a:rPr>
                <a:latin typeface="Fira Sans"/>
              </a:rPr>
              <a:t>MIDOS2 und Onkologisches Basisscreening im Package (active)</a:t>
            </a:r>
          </a:p>
          <a:p>
            <a:pPr lvl="3"/>
            <a:r>
              <a:rPr>
                <a:latin typeface="Fira Sans"/>
              </a:rPr>
              <a:t>PRO-CTCAE Master im Source, experimental, kein Package</a:t>
            </a:r>
          </a:p>
          <a:p>
            <a:pPr lvl="3"/>
            <a:r>
              <a:rPr>
                <a:latin typeface="Fira Sans"/>
              </a:rPr>
              <a:t>Optional Korrekturen AE #27, #59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Referenzen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PRO-CTCAE</a:t>
            </a:r>
          </a:p>
          <a:p>
            <a:pPr lvl="3"/>
            <a:r>
              <a:rPr>
                <a:latin typeface="Fira Sans"/>
              </a:rPr>
              <a:t>NCI Item Library v1.0, healthcaredelivery.cancer.gov/pro-ctcae</a:t>
            </a:r>
          </a:p>
          <a:p>
            <a:pPr lvl="3"/>
            <a:r>
              <a:rPr>
                <a:latin typeface="Fira Sans"/>
              </a:rPr>
              <a:t>Quick Guide Version 5/12/2025</a:t>
            </a:r>
          </a:p>
          <a:p>
            <a:pPr lvl="3"/>
            <a:r>
              <a:rPr>
                <a:latin typeface="Fira Sans"/>
              </a:rPr>
              <a:t>PRO-CTCAE deutsche Übersetzung, NCI-autorisiert</a:t>
            </a:r>
          </a:p>
          <a:p>
            <a:pPr lvl="3"/>
            <a:r>
              <a:rPr>
                <a:latin typeface="Fira Sans"/>
              </a:rPr>
              <a:t>Hamacher S, et al. BMC Cancer 2023;23:638 (Breast-DE Subset)</a:t>
            </a:r>
          </a:p>
          <a:p>
            <a:pPr lvl="2"/>
            <a:r>
              <a:rPr>
                <a:latin typeface="Fira Sans"/>
              </a:rPr>
              <a:t>MIDOS2</a:t>
            </a:r>
          </a:p>
          <a:p>
            <a:pPr lvl="3"/>
            <a:r>
              <a:rPr>
                <a:latin typeface="Fira Sans"/>
              </a:rPr>
              <a:t>Stiel S, et al. Der Schmerz. 2010;24(4):416-424 — Validierung MIDOS</a:t>
            </a:r>
          </a:p>
          <a:p>
            <a:pPr lvl="3"/>
            <a:r>
              <a:rPr>
                <a:latin typeface="Fira Sans"/>
              </a:rPr>
              <a:t>Stiel S, et al. Der Schmerz. 2012 — Validierung MIDOS2</a:t>
            </a:r>
          </a:p>
          <a:p>
            <a:pPr lvl="3"/>
            <a:r>
              <a:rPr>
                <a:latin typeface="Fira Sans"/>
              </a:rPr>
              <a:t>DGP Toolbox Symptomscreening</a:t>
            </a:r>
          </a:p>
          <a:p>
            <a:pPr lvl="2"/>
            <a:r>
              <a:rPr>
                <a:latin typeface="Fira Sans"/>
              </a:rPr>
              <a:t>ESAS-Originalquelle</a:t>
            </a:r>
          </a:p>
          <a:p>
            <a:pPr lvl="3"/>
            <a:r>
              <a:rPr>
                <a:latin typeface="Fira Sans"/>
              </a:rPr>
              <a:t>Bruera E, et al. J Palliative Care. 1991;7(2):6-9. PMID 1714502</a:t>
            </a:r>
          </a:p>
          <a:p>
            <a:pPr lvl="3"/>
            <a:r>
              <a:rPr>
                <a:latin typeface="Fira Sans"/>
              </a:rPr>
              <a:t>Hui D, Bruera E. J Pain Symptom Manage. 2017;53(3):630-643 (25-Jahre-Review)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">
  <a:themeElements>
    <a:clrScheme name="BIH">
      <a:dk1>
        <a:srgbClr val="003754"/>
      </a:dk1>
      <a:lt1>
        <a:srgbClr val="FFFFFF"/>
      </a:lt1>
      <a:dk2>
        <a:srgbClr val="AF1821"/>
      </a:dk2>
      <a:lt2>
        <a:srgbClr val="FFB0AC"/>
      </a:lt2>
      <a:accent1>
        <a:srgbClr val="AF1821"/>
      </a:accent1>
      <a:accent2>
        <a:srgbClr val="EA5451"/>
      </a:accent2>
      <a:accent3>
        <a:srgbClr val="FFB0AC"/>
      </a:accent3>
      <a:accent4>
        <a:srgbClr val="9D7220"/>
      </a:accent4>
      <a:accent5>
        <a:srgbClr val="009AA9"/>
      </a:accent5>
      <a:accent6>
        <a:srgbClr val="7876B6"/>
      </a:accent6>
      <a:hlink>
        <a:srgbClr val="FFB0AC"/>
      </a:hlink>
      <a:folHlink>
        <a:srgbClr val="800080"/>
      </a:folHlink>
    </a:clrScheme>
    <a:fontScheme name="BIH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Light">
  <a:themeElements>
    <a:clrScheme name="BIH">
      <a:dk1>
        <a:srgbClr val="003754"/>
      </a:dk1>
      <a:lt1>
        <a:srgbClr val="FFFFFF"/>
      </a:lt1>
      <a:dk2>
        <a:srgbClr val="AF1821"/>
      </a:dk2>
      <a:lt2>
        <a:srgbClr val="FFB0AC"/>
      </a:lt2>
      <a:accent1>
        <a:srgbClr val="AF1821"/>
      </a:accent1>
      <a:accent2>
        <a:srgbClr val="EA5451"/>
      </a:accent2>
      <a:accent3>
        <a:srgbClr val="FFB0AC"/>
      </a:accent3>
      <a:accent4>
        <a:srgbClr val="9D7220"/>
      </a:accent4>
      <a:accent5>
        <a:srgbClr val="009AA9"/>
      </a:accent5>
      <a:accent6>
        <a:srgbClr val="7876B6"/>
      </a:accent6>
      <a:hlink>
        <a:srgbClr val="0000FF"/>
      </a:hlink>
      <a:folHlink>
        <a:srgbClr val="800080"/>
      </a:folHlink>
    </a:clrScheme>
    <a:fontScheme name="BIH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A5D4879E6124E4CB6DBBD86EA347778" ma:contentTypeVersion="9" ma:contentTypeDescription="Ein neues Dokument erstellen." ma:contentTypeScope="" ma:versionID="66b14e192c6bd4a56fff1a6f466e5383">
  <xsd:schema xmlns:xsd="http://www.w3.org/2001/XMLSchema" xmlns:xs="http://www.w3.org/2001/XMLSchema" xmlns:p="http://schemas.microsoft.com/office/2006/metadata/properties" xmlns:ns2="16fc9578-62bc-400b-90d9-cfecc95c8ee0" targetNamespace="http://schemas.microsoft.com/office/2006/metadata/properties" ma:root="true" ma:fieldsID="5510fc3f9e0dce972a46b7d5f69352dc" ns2:_="">
    <xsd:import namespace="16fc9578-62bc-400b-90d9-cfecc95c8e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fc9578-62bc-400b-90d9-cfecc95c8e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44020e2c-1701-4a88-a654-bd4c357053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6fc9578-62bc-400b-90d9-cfecc95c8ee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2D797E9-AEB6-421E-827D-24A947981C27}"/>
</file>

<file path=customXml/itemProps2.xml><?xml version="1.0" encoding="utf-8"?>
<ds:datastoreItem xmlns:ds="http://schemas.openxmlformats.org/officeDocument/2006/customXml" ds:itemID="{CC39BF03-3536-47C8-8531-9B27C9CE0B5F}"/>
</file>

<file path=customXml/itemProps3.xml><?xml version="1.0" encoding="utf-8"?>
<ds:datastoreItem xmlns:ds="http://schemas.openxmlformats.org/officeDocument/2006/customXml" ds:itemID="{2784C16B-4603-41C1-B495-60A98FD4C61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3039</Words>
  <Application>Microsoft Office PowerPoint</Application>
  <PresentationFormat>Breitbild</PresentationFormat>
  <Paragraphs>379</Paragraphs>
  <Slides>55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55</vt:i4>
      </vt:variant>
    </vt:vector>
  </HeadingPairs>
  <TitlesOfParts>
    <vt:vector size="60" baseType="lpstr">
      <vt:lpstr>Aptos</vt:lpstr>
      <vt:lpstr>Arial</vt:lpstr>
      <vt:lpstr>Trebuchet MS</vt:lpstr>
      <vt:lpstr>Dark</vt:lpstr>
      <vt:lpstr>Light</vt:lpstr>
      <vt:lpstr>Die folgende Slides sind: Aufmacherslides</vt:lpstr>
      <vt:lpstr>Hier steht eine Headline, im Moment noch in Blindtext</vt:lpstr>
      <vt:lpstr>Hier steht eine Headline, im Moment noch in Blindtext</vt:lpstr>
      <vt:lpstr>Die folgende Slides sind: Strukturslides</vt:lpstr>
      <vt:lpstr>Kapiteltrenner Icil eum ese quam commolu ptare ptatur?</vt:lpstr>
      <vt:lpstr>Kapiteltrenner Icil eum ese quam commolu ptare ptatur?</vt:lpstr>
      <vt:lpstr>Kapiteltrenner Icil eum ese quam commolu ptare ptatur?</vt:lpstr>
      <vt:lpstr>Kapiteltrenner Icil eum ese quam commolu ptare ptatur?</vt:lpstr>
      <vt:lpstr>Hier steht eine Headline</vt:lpstr>
      <vt:lpstr>Hier steht eine Headline</vt:lpstr>
      <vt:lpstr>Kapiteltrenner Icil eum esequam commolu ptature moluptatur?</vt:lpstr>
      <vt:lpstr>Kapiteltrenner Icil eum esequam commolu ptature moluptatur?</vt:lpstr>
      <vt:lpstr>Kapiteltrenner Icil eum esequam commolu ptature moluptatur?</vt:lpstr>
      <vt:lpstr>Kapiteltrenner Icil eum esequam commolu ptature moluptatur?</vt:lpstr>
      <vt:lpstr>PowerPoint-Präsentation</vt:lpstr>
      <vt:lpstr>PowerPoint-Präsentation</vt:lpstr>
      <vt:lpstr>Kontaktseite</vt:lpstr>
      <vt:lpstr>Kontaktseite</vt:lpstr>
      <vt:lpstr>Inhaltsverzeichnis</vt:lpstr>
      <vt:lpstr>Inhaltsverzeichnis</vt:lpstr>
      <vt:lpstr>Die folgende Slides sind: Textslides</vt:lpstr>
      <vt:lpstr>PowerPoint-Präsentation</vt:lpstr>
      <vt:lpstr>PowerPoint-Präsentation</vt:lpstr>
      <vt:lpstr>Hier steht eine Headline</vt:lpstr>
      <vt:lpstr>Hier steht eine Headline</vt:lpstr>
      <vt:lpstr>Hier steht eine Headline maximal zweizweilig</vt:lpstr>
      <vt:lpstr>Hier steht eine Headline maximal zweizweilig</vt:lpstr>
      <vt:lpstr>Hier steht eine Headline</vt:lpstr>
      <vt:lpstr>Hier steht eine Headline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Die folgende Slides sind: Textslides + Bild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Die folgende Slides sind: Textslides + Grafik</vt:lpstr>
      <vt:lpstr>Hier steht eine Headline</vt:lpstr>
      <vt:lpstr>Hier steht eine Headline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Uwe Müller</dc:creator>
  <cp:lastModifiedBy>Uwe Müller</cp:lastModifiedBy>
  <cp:revision>29</cp:revision>
  <dcterms:created xsi:type="dcterms:W3CDTF">2026-01-04T14:52:51Z</dcterms:created>
  <dcterms:modified xsi:type="dcterms:W3CDTF">2026-01-13T11:40:05Z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0x010100AA5D4879E6124E4CB6DBBD86EA347778</vt:lpwstr>
  </property>
</Properties>
</file>